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2" r:id="rId4"/>
    <p:sldId id="258" r:id="rId5"/>
    <p:sldId id="259" r:id="rId6"/>
    <p:sldId id="260" r:id="rId7"/>
    <p:sldId id="263" r:id="rId8"/>
    <p:sldId id="261" r:id="rId9"/>
    <p:sldId id="264" r:id="rId10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50D"/>
    <a:srgbClr val="000B1A"/>
    <a:srgbClr val="001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5121F3-B486-42A1-90B3-01BC5B136D7A}" v="199" dt="2026-02-21T05:50:1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6092" autoAdjust="0"/>
  </p:normalViewPr>
  <p:slideViewPr>
    <p:cSldViewPr snapToGrid="0">
      <p:cViewPr varScale="1">
        <p:scale>
          <a:sx n="45" d="100"/>
          <a:sy n="45" d="100"/>
        </p:scale>
        <p:origin x="7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Nguyen" userId="749ea01f6b893308" providerId="LiveId" clId="{1E8A2356-6AB1-4220-9520-770E082D7C32}"/>
    <pc:docChg chg="custSel addSld modSld modMainMaster">
      <pc:chgData name="Ryan Nguyen" userId="749ea01f6b893308" providerId="LiveId" clId="{1E8A2356-6AB1-4220-9520-770E082D7C32}" dt="2026-02-21T05:51:29.961" v="2428" actId="14100"/>
      <pc:docMkLst>
        <pc:docMk/>
      </pc:docMkLst>
      <pc:sldChg chg="addSp modSp mod setBg">
        <pc:chgData name="Ryan Nguyen" userId="749ea01f6b893308" providerId="LiveId" clId="{1E8A2356-6AB1-4220-9520-770E082D7C32}" dt="2026-02-21T05:41:31.848" v="1579" actId="26606"/>
        <pc:sldMkLst>
          <pc:docMk/>
          <pc:sldMk cId="3974838386" sldId="256"/>
        </pc:sldMkLst>
        <pc:spChg chg="mod">
          <ac:chgData name="Ryan Nguyen" userId="749ea01f6b893308" providerId="LiveId" clId="{1E8A2356-6AB1-4220-9520-770E082D7C32}" dt="2026-02-21T05:41:31.848" v="1579" actId="26606"/>
          <ac:spMkLst>
            <pc:docMk/>
            <pc:sldMk cId="3974838386" sldId="256"/>
            <ac:spMk id="2" creationId="{8D6FD2E9-AB11-9518-7B4E-C0E706F3E32D}"/>
          </ac:spMkLst>
        </pc:spChg>
        <pc:spChg chg="mod">
          <ac:chgData name="Ryan Nguyen" userId="749ea01f6b893308" providerId="LiveId" clId="{1E8A2356-6AB1-4220-9520-770E082D7C32}" dt="2026-02-21T05:41:31.848" v="1579" actId="26606"/>
          <ac:spMkLst>
            <pc:docMk/>
            <pc:sldMk cId="3974838386" sldId="256"/>
            <ac:spMk id="3" creationId="{F159CD80-7E7A-65B9-117B-90AC99748982}"/>
          </ac:spMkLst>
        </pc:spChg>
        <pc:spChg chg="add">
          <ac:chgData name="Ryan Nguyen" userId="749ea01f6b893308" providerId="LiveId" clId="{1E8A2356-6AB1-4220-9520-770E082D7C32}" dt="2026-02-21T05:41:31.848" v="1579" actId="26606"/>
          <ac:spMkLst>
            <pc:docMk/>
            <pc:sldMk cId="3974838386" sldId="256"/>
            <ac:spMk id="1031" creationId="{657F69E0-C4B0-4BEC-A689-4F8D877F05D4}"/>
          </ac:spMkLst>
        </pc:spChg>
        <pc:spChg chg="add">
          <ac:chgData name="Ryan Nguyen" userId="749ea01f6b893308" providerId="LiveId" clId="{1E8A2356-6AB1-4220-9520-770E082D7C32}" dt="2026-02-21T05:41:31.848" v="1579" actId="26606"/>
          <ac:spMkLst>
            <pc:docMk/>
            <pc:sldMk cId="3974838386" sldId="256"/>
            <ac:spMk id="1033" creationId="{9F6380B4-6A1C-481E-8408-B4E6C75B9B81}"/>
          </ac:spMkLst>
        </pc:spChg>
        <pc:picChg chg="add mod ord">
          <ac:chgData name="Ryan Nguyen" userId="749ea01f6b893308" providerId="LiveId" clId="{1E8A2356-6AB1-4220-9520-770E082D7C32}" dt="2026-02-21T05:41:31.848" v="1579" actId="26606"/>
          <ac:picMkLst>
            <pc:docMk/>
            <pc:sldMk cId="3974838386" sldId="256"/>
            <ac:picMk id="1026" creationId="{2F48186C-0644-7F4A-DDF2-477859F9F557}"/>
          </ac:picMkLst>
        </pc:picChg>
      </pc:sldChg>
      <pc:sldChg chg="addSp modSp mod setBg">
        <pc:chgData name="Ryan Nguyen" userId="749ea01f6b893308" providerId="LiveId" clId="{1E8A2356-6AB1-4220-9520-770E082D7C32}" dt="2026-02-21T05:41:48.253" v="1581"/>
        <pc:sldMkLst>
          <pc:docMk/>
          <pc:sldMk cId="1114451649" sldId="257"/>
        </pc:sldMkLst>
        <pc:spChg chg="mod">
          <ac:chgData name="Ryan Nguyen" userId="749ea01f6b893308" providerId="LiveId" clId="{1E8A2356-6AB1-4220-9520-770E082D7C32}" dt="2026-02-21T05:41:44.708" v="1580" actId="26606"/>
          <ac:spMkLst>
            <pc:docMk/>
            <pc:sldMk cId="1114451649" sldId="257"/>
            <ac:spMk id="2" creationId="{AEA06380-E16A-5CE8-A27E-55E2346E7D07}"/>
          </ac:spMkLst>
        </pc:spChg>
        <pc:spChg chg="mod">
          <ac:chgData name="Ryan Nguyen" userId="749ea01f6b893308" providerId="LiveId" clId="{1E8A2356-6AB1-4220-9520-770E082D7C32}" dt="2026-02-21T05:41:44.708" v="1580" actId="26606"/>
          <ac:spMkLst>
            <pc:docMk/>
            <pc:sldMk cId="1114451649" sldId="257"/>
            <ac:spMk id="3" creationId="{F7B54D8D-C63E-B2C5-BDD0-1B0D467D7151}"/>
          </ac:spMkLst>
        </pc:spChg>
        <pc:spChg chg="add">
          <ac:chgData name="Ryan Nguyen" userId="749ea01f6b893308" providerId="LiveId" clId="{1E8A2356-6AB1-4220-9520-770E082D7C32}" dt="2026-02-21T05:41:44.708" v="1580" actId="26606"/>
          <ac:spMkLst>
            <pc:docMk/>
            <pc:sldMk cId="1114451649" sldId="257"/>
            <ac:spMk id="9" creationId="{C0763A76-9F1C-4FC5-82B7-DD475DA461B2}"/>
          </ac:spMkLst>
        </pc:spChg>
        <pc:spChg chg="add">
          <ac:chgData name="Ryan Nguyen" userId="749ea01f6b893308" providerId="LiveId" clId="{1E8A2356-6AB1-4220-9520-770E082D7C32}" dt="2026-02-21T05:41:44.708" v="1580" actId="26606"/>
          <ac:spMkLst>
            <pc:docMk/>
            <pc:sldMk cId="1114451649" sldId="257"/>
            <ac:spMk id="11" creationId="{E81BF4F6-F2CF-4984-9D14-D6966D92F99F}"/>
          </ac:spMkLst>
        </pc:spChg>
        <pc:picChg chg="add">
          <ac:chgData name="Ryan Nguyen" userId="749ea01f6b893308" providerId="LiveId" clId="{1E8A2356-6AB1-4220-9520-770E082D7C32}" dt="2026-02-21T05:41:44.708" v="1580" actId="26606"/>
          <ac:picMkLst>
            <pc:docMk/>
            <pc:sldMk cId="1114451649" sldId="257"/>
            <ac:picMk id="5" creationId="{6926C2FF-3939-7659-1B39-72A401937E35}"/>
          </ac:picMkLst>
        </pc:picChg>
      </pc:sldChg>
      <pc:sldChg chg="addSp modSp mod setBg">
        <pc:chgData name="Ryan Nguyen" userId="749ea01f6b893308" providerId="LiveId" clId="{1E8A2356-6AB1-4220-9520-770E082D7C32}" dt="2026-02-21T05:42:18.715" v="1585"/>
        <pc:sldMkLst>
          <pc:docMk/>
          <pc:sldMk cId="3110698528" sldId="258"/>
        </pc:sldMkLst>
        <pc:spChg chg="mod">
          <ac:chgData name="Ryan Nguyen" userId="749ea01f6b893308" providerId="LiveId" clId="{1E8A2356-6AB1-4220-9520-770E082D7C32}" dt="2026-02-21T05:42:16.497" v="1584" actId="26606"/>
          <ac:spMkLst>
            <pc:docMk/>
            <pc:sldMk cId="3110698528" sldId="258"/>
            <ac:spMk id="2" creationId="{59663AAF-7832-C129-5C88-998469065758}"/>
          </ac:spMkLst>
        </pc:spChg>
        <pc:spChg chg="mod">
          <ac:chgData name="Ryan Nguyen" userId="749ea01f6b893308" providerId="LiveId" clId="{1E8A2356-6AB1-4220-9520-770E082D7C32}" dt="2026-02-21T05:42:16.497" v="1584" actId="26606"/>
          <ac:spMkLst>
            <pc:docMk/>
            <pc:sldMk cId="3110698528" sldId="258"/>
            <ac:spMk id="3" creationId="{C9EEEEAD-A797-34F9-953B-7494DA14C9A2}"/>
          </ac:spMkLst>
        </pc:spChg>
        <pc:spChg chg="add">
          <ac:chgData name="Ryan Nguyen" userId="749ea01f6b893308" providerId="LiveId" clId="{1E8A2356-6AB1-4220-9520-770E082D7C32}" dt="2026-02-21T05:42:16.497" v="1584" actId="26606"/>
          <ac:spMkLst>
            <pc:docMk/>
            <pc:sldMk cId="3110698528" sldId="258"/>
            <ac:spMk id="10" creationId="{2B97F24A-32CE-4C1C-A50D-3016B394DCFB}"/>
          </ac:spMkLst>
        </pc:spChg>
        <pc:spChg chg="add">
          <ac:chgData name="Ryan Nguyen" userId="749ea01f6b893308" providerId="LiveId" clId="{1E8A2356-6AB1-4220-9520-770E082D7C32}" dt="2026-02-21T05:42:16.497" v="1584" actId="26606"/>
          <ac:spMkLst>
            <pc:docMk/>
            <pc:sldMk cId="3110698528" sldId="258"/>
            <ac:spMk id="12" creationId="{CD8B4F24-440B-49E9-B85D-733523DC064B}"/>
          </ac:spMkLst>
        </pc:spChg>
        <pc:picChg chg="mod">
          <ac:chgData name="Ryan Nguyen" userId="749ea01f6b893308" providerId="LiveId" clId="{1E8A2356-6AB1-4220-9520-770E082D7C32}" dt="2026-02-21T05:42:16.497" v="1584" actId="26606"/>
          <ac:picMkLst>
            <pc:docMk/>
            <pc:sldMk cId="3110698528" sldId="258"/>
            <ac:picMk id="5" creationId="{1FF5E050-CE05-9635-D63D-613CC0B2D7F5}"/>
          </ac:picMkLst>
        </pc:picChg>
      </pc:sldChg>
      <pc:sldChg chg="addSp modSp mod modNotesTx">
        <pc:chgData name="Ryan Nguyen" userId="749ea01f6b893308" providerId="LiveId" clId="{1E8A2356-6AB1-4220-9520-770E082D7C32}" dt="2026-02-21T05:19:20.591" v="217" actId="404"/>
        <pc:sldMkLst>
          <pc:docMk/>
          <pc:sldMk cId="2215746089" sldId="259"/>
        </pc:sldMkLst>
        <pc:spChg chg="mod">
          <ac:chgData name="Ryan Nguyen" userId="749ea01f6b893308" providerId="LiveId" clId="{1E8A2356-6AB1-4220-9520-770E082D7C32}" dt="2026-02-21T05:19:20.591" v="217" actId="404"/>
          <ac:spMkLst>
            <pc:docMk/>
            <pc:sldMk cId="2215746089" sldId="259"/>
            <ac:spMk id="3" creationId="{3CA295F6-2E01-BBD4-AC42-0FF4FEBEC0B8}"/>
          </ac:spMkLst>
        </pc:spChg>
        <pc:spChg chg="add mod">
          <ac:chgData name="Ryan Nguyen" userId="749ea01f6b893308" providerId="LiveId" clId="{1E8A2356-6AB1-4220-9520-770E082D7C32}" dt="2026-02-21T05:14:20.586" v="20" actId="1076"/>
          <ac:spMkLst>
            <pc:docMk/>
            <pc:sldMk cId="2215746089" sldId="259"/>
            <ac:spMk id="8" creationId="{3A55DAEB-723A-E283-1EAF-925F17F0EE9F}"/>
          </ac:spMkLst>
        </pc:spChg>
        <pc:cxnChg chg="add mod">
          <ac:chgData name="Ryan Nguyen" userId="749ea01f6b893308" providerId="LiveId" clId="{1E8A2356-6AB1-4220-9520-770E082D7C32}" dt="2026-02-21T05:13:38.322" v="1" actId="14100"/>
          <ac:cxnSpMkLst>
            <pc:docMk/>
            <pc:sldMk cId="2215746089" sldId="259"/>
            <ac:cxnSpMk id="6" creationId="{40071CB2-3EAF-0BFB-FF70-47E5313688AF}"/>
          </ac:cxnSpMkLst>
        </pc:cxnChg>
      </pc:sldChg>
      <pc:sldChg chg="addSp modSp mod setBg modNotesTx">
        <pc:chgData name="Ryan Nguyen" userId="749ea01f6b893308" providerId="LiveId" clId="{1E8A2356-6AB1-4220-9520-770E082D7C32}" dt="2026-02-21T05:51:20.306" v="2426" actId="1076"/>
        <pc:sldMkLst>
          <pc:docMk/>
          <pc:sldMk cId="3397477062" sldId="260"/>
        </pc:sldMkLst>
        <pc:spChg chg="mod">
          <ac:chgData name="Ryan Nguyen" userId="749ea01f6b893308" providerId="LiveId" clId="{1E8A2356-6AB1-4220-9520-770E082D7C32}" dt="2026-02-21T05:42:32.686" v="1586" actId="26606"/>
          <ac:spMkLst>
            <pc:docMk/>
            <pc:sldMk cId="3397477062" sldId="260"/>
            <ac:spMk id="2" creationId="{32D7B75F-DB0C-E22D-E2D3-5656E01B7EFD}"/>
          </ac:spMkLst>
        </pc:spChg>
        <pc:spChg chg="mod">
          <ac:chgData name="Ryan Nguyen" userId="749ea01f6b893308" providerId="LiveId" clId="{1E8A2356-6AB1-4220-9520-770E082D7C32}" dt="2026-02-21T05:42:32.686" v="1586" actId="26606"/>
          <ac:spMkLst>
            <pc:docMk/>
            <pc:sldMk cId="3397477062" sldId="260"/>
            <ac:spMk id="3" creationId="{27CEB9BD-793B-0007-7262-437946118DA0}"/>
          </ac:spMkLst>
        </pc:spChg>
        <pc:spChg chg="add">
          <ac:chgData name="Ryan Nguyen" userId="749ea01f6b893308" providerId="LiveId" clId="{1E8A2356-6AB1-4220-9520-770E082D7C32}" dt="2026-02-21T05:42:32.686" v="1586" actId="26606"/>
          <ac:spMkLst>
            <pc:docMk/>
            <pc:sldMk cId="3397477062" sldId="260"/>
            <ac:spMk id="12" creationId="{5EF17487-C386-4F99-B5EB-4FD3DF4236B2}"/>
          </ac:spMkLst>
        </pc:spChg>
        <pc:spChg chg="add">
          <ac:chgData name="Ryan Nguyen" userId="749ea01f6b893308" providerId="LiveId" clId="{1E8A2356-6AB1-4220-9520-770E082D7C32}" dt="2026-02-21T05:42:32.686" v="1586" actId="26606"/>
          <ac:spMkLst>
            <pc:docMk/>
            <pc:sldMk cId="3397477062" sldId="260"/>
            <ac:spMk id="14" creationId="{A0DE92DF-4769-4DE9-93FD-EE31271850CA}"/>
          </ac:spMkLst>
        </pc:spChg>
        <pc:picChg chg="add mod ord">
          <ac:chgData name="Ryan Nguyen" userId="749ea01f6b893308" providerId="LiveId" clId="{1E8A2356-6AB1-4220-9520-770E082D7C32}" dt="2026-02-21T05:51:20.306" v="2426" actId="1076"/>
          <ac:picMkLst>
            <pc:docMk/>
            <pc:sldMk cId="3397477062" sldId="260"/>
            <ac:picMk id="5" creationId="{228560A0-0816-D0B2-9E48-20AD3EE3E1C9}"/>
          </ac:picMkLst>
        </pc:picChg>
        <pc:picChg chg="add mod">
          <ac:chgData name="Ryan Nguyen" userId="749ea01f6b893308" providerId="LiveId" clId="{1E8A2356-6AB1-4220-9520-770E082D7C32}" dt="2026-02-21T05:51:14.986" v="2423" actId="1076"/>
          <ac:picMkLst>
            <pc:docMk/>
            <pc:sldMk cId="3397477062" sldId="260"/>
            <ac:picMk id="7" creationId="{000BFEB3-8A0C-FB13-A990-5C65D81C51E5}"/>
          </ac:picMkLst>
        </pc:picChg>
      </pc:sldChg>
      <pc:sldChg chg="addSp modSp mod setBg modNotesTx">
        <pc:chgData name="Ryan Nguyen" userId="749ea01f6b893308" providerId="LiveId" clId="{1E8A2356-6AB1-4220-9520-770E082D7C32}" dt="2026-02-21T05:48:57.336" v="2406" actId="313"/>
        <pc:sldMkLst>
          <pc:docMk/>
          <pc:sldMk cId="1311493106" sldId="261"/>
        </pc:sldMkLst>
        <pc:spChg chg="mod">
          <ac:chgData name="Ryan Nguyen" userId="749ea01f6b893308" providerId="LiveId" clId="{1E8A2356-6AB1-4220-9520-770E082D7C32}" dt="2026-02-21T05:46:44.807" v="1881" actId="26606"/>
          <ac:spMkLst>
            <pc:docMk/>
            <pc:sldMk cId="1311493106" sldId="261"/>
            <ac:spMk id="2" creationId="{4221CD34-C627-9D1B-01E7-4B7EE12E1349}"/>
          </ac:spMkLst>
        </pc:spChg>
        <pc:spChg chg="mod">
          <ac:chgData name="Ryan Nguyen" userId="749ea01f6b893308" providerId="LiveId" clId="{1E8A2356-6AB1-4220-9520-770E082D7C32}" dt="2026-02-21T05:46:44.807" v="1881" actId="26606"/>
          <ac:spMkLst>
            <pc:docMk/>
            <pc:sldMk cId="1311493106" sldId="261"/>
            <ac:spMk id="3" creationId="{B32B33AF-1E07-7D01-01EC-FC9A98DE084E}"/>
          </ac:spMkLst>
        </pc:spChg>
        <pc:spChg chg="add">
          <ac:chgData name="Ryan Nguyen" userId="749ea01f6b893308" providerId="LiveId" clId="{1E8A2356-6AB1-4220-9520-770E082D7C32}" dt="2026-02-21T05:46:44.807" v="1881" actId="26606"/>
          <ac:spMkLst>
            <pc:docMk/>
            <pc:sldMk cId="1311493106" sldId="261"/>
            <ac:spMk id="9" creationId="{3ECBE1F1-D69B-4AFA-ABD5-8E41720EF6DE}"/>
          </ac:spMkLst>
        </pc:spChg>
        <pc:spChg chg="add">
          <ac:chgData name="Ryan Nguyen" userId="749ea01f6b893308" providerId="LiveId" clId="{1E8A2356-6AB1-4220-9520-770E082D7C32}" dt="2026-02-21T05:46:44.807" v="1881" actId="26606"/>
          <ac:spMkLst>
            <pc:docMk/>
            <pc:sldMk cId="1311493106" sldId="261"/>
            <ac:spMk id="11" creationId="{603A6265-E10C-4B85-9C20-E75FCAF9CC63}"/>
          </ac:spMkLst>
        </pc:spChg>
        <pc:picChg chg="add">
          <ac:chgData name="Ryan Nguyen" userId="749ea01f6b893308" providerId="LiveId" clId="{1E8A2356-6AB1-4220-9520-770E082D7C32}" dt="2026-02-21T05:46:44.807" v="1881" actId="26606"/>
          <ac:picMkLst>
            <pc:docMk/>
            <pc:sldMk cId="1311493106" sldId="261"/>
            <ac:picMk id="5" creationId="{FDBDC871-3DFA-0E18-A407-34E49CDABBB6}"/>
          </ac:picMkLst>
        </pc:picChg>
      </pc:sldChg>
      <pc:sldChg chg="addSp modSp mod setBg">
        <pc:chgData name="Ryan Nguyen" userId="749ea01f6b893308" providerId="LiveId" clId="{1E8A2356-6AB1-4220-9520-770E082D7C32}" dt="2026-02-21T05:42:01.998" v="1583"/>
        <pc:sldMkLst>
          <pc:docMk/>
          <pc:sldMk cId="553984125" sldId="262"/>
        </pc:sldMkLst>
        <pc:spChg chg="mod">
          <ac:chgData name="Ryan Nguyen" userId="749ea01f6b893308" providerId="LiveId" clId="{1E8A2356-6AB1-4220-9520-770E082D7C32}" dt="2026-02-21T05:41:59.074" v="1582" actId="26606"/>
          <ac:spMkLst>
            <pc:docMk/>
            <pc:sldMk cId="553984125" sldId="262"/>
            <ac:spMk id="2" creationId="{6B167F17-0B5E-1D98-6FBA-5F771CF07F77}"/>
          </ac:spMkLst>
        </pc:spChg>
        <pc:spChg chg="mod">
          <ac:chgData name="Ryan Nguyen" userId="749ea01f6b893308" providerId="LiveId" clId="{1E8A2356-6AB1-4220-9520-770E082D7C32}" dt="2026-02-21T05:41:59.074" v="1582" actId="26606"/>
          <ac:spMkLst>
            <pc:docMk/>
            <pc:sldMk cId="553984125" sldId="262"/>
            <ac:spMk id="3" creationId="{DD9DC15F-0A0B-5273-28D1-CDBC7BE7EC57}"/>
          </ac:spMkLst>
        </pc:spChg>
        <pc:spChg chg="add">
          <ac:chgData name="Ryan Nguyen" userId="749ea01f6b893308" providerId="LiveId" clId="{1E8A2356-6AB1-4220-9520-770E082D7C32}" dt="2026-02-21T05:41:59.074" v="1582" actId="26606"/>
          <ac:spMkLst>
            <pc:docMk/>
            <pc:sldMk cId="553984125" sldId="262"/>
            <ac:spMk id="10" creationId="{2B97F24A-32CE-4C1C-A50D-3016B394DCFB}"/>
          </ac:spMkLst>
        </pc:spChg>
        <pc:spChg chg="add">
          <ac:chgData name="Ryan Nguyen" userId="749ea01f6b893308" providerId="LiveId" clId="{1E8A2356-6AB1-4220-9520-770E082D7C32}" dt="2026-02-21T05:41:59.074" v="1582" actId="26606"/>
          <ac:spMkLst>
            <pc:docMk/>
            <pc:sldMk cId="553984125" sldId="262"/>
            <ac:spMk id="12" creationId="{CD8B4F24-440B-49E9-B85D-733523DC064B}"/>
          </ac:spMkLst>
        </pc:spChg>
        <pc:picChg chg="mod">
          <ac:chgData name="Ryan Nguyen" userId="749ea01f6b893308" providerId="LiveId" clId="{1E8A2356-6AB1-4220-9520-770E082D7C32}" dt="2026-02-21T05:41:59.074" v="1582" actId="26606"/>
          <ac:picMkLst>
            <pc:docMk/>
            <pc:sldMk cId="553984125" sldId="262"/>
            <ac:picMk id="5" creationId="{EA2AC916-F7CF-13DB-E420-91EA0E1CB829}"/>
          </ac:picMkLst>
        </pc:picChg>
      </pc:sldChg>
      <pc:sldChg chg="addSp delSp modSp new mod setBg modNotesTx">
        <pc:chgData name="Ryan Nguyen" userId="749ea01f6b893308" providerId="LiveId" clId="{1E8A2356-6AB1-4220-9520-770E082D7C32}" dt="2026-02-21T05:51:29.961" v="2428" actId="14100"/>
        <pc:sldMkLst>
          <pc:docMk/>
          <pc:sldMk cId="1478974398" sldId="263"/>
        </pc:sldMkLst>
        <pc:spChg chg="mod">
          <ac:chgData name="Ryan Nguyen" userId="749ea01f6b893308" providerId="LiveId" clId="{1E8A2356-6AB1-4220-9520-770E082D7C32}" dt="2026-02-21T05:40:22.451" v="1576" actId="26606"/>
          <ac:spMkLst>
            <pc:docMk/>
            <pc:sldMk cId="1478974398" sldId="263"/>
            <ac:spMk id="2" creationId="{13901F05-3F3D-B8D1-A014-F7EED46E136B}"/>
          </ac:spMkLst>
        </pc:spChg>
        <pc:spChg chg="mod">
          <ac:chgData name="Ryan Nguyen" userId="749ea01f6b893308" providerId="LiveId" clId="{1E8A2356-6AB1-4220-9520-770E082D7C32}" dt="2026-02-21T05:40:22.451" v="1576" actId="26606"/>
          <ac:spMkLst>
            <pc:docMk/>
            <pc:sldMk cId="1478974398" sldId="263"/>
            <ac:spMk id="3" creationId="{83BC82BF-97CD-68D7-23C0-92AD9AC86C15}"/>
          </ac:spMkLst>
        </pc:spChg>
        <pc:spChg chg="add del">
          <ac:chgData name="Ryan Nguyen" userId="749ea01f6b893308" providerId="LiveId" clId="{1E8A2356-6AB1-4220-9520-770E082D7C32}" dt="2026-02-21T05:40:22.451" v="1576" actId="26606"/>
          <ac:spMkLst>
            <pc:docMk/>
            <pc:sldMk cId="1478974398" sldId="263"/>
            <ac:spMk id="10" creationId="{F13C74B1-5B17-4795-BED0-7140497B445A}"/>
          </ac:spMkLst>
        </pc:spChg>
        <pc:spChg chg="add del">
          <ac:chgData name="Ryan Nguyen" userId="749ea01f6b893308" providerId="LiveId" clId="{1E8A2356-6AB1-4220-9520-770E082D7C32}" dt="2026-02-21T05:40:22.451" v="1576" actId="26606"/>
          <ac:spMkLst>
            <pc:docMk/>
            <pc:sldMk cId="1478974398" sldId="263"/>
            <ac:spMk id="12" creationId="{D4974D33-8DC5-464E-8C6D-BE58F0669C17}"/>
          </ac:spMkLst>
        </pc:spChg>
        <pc:spChg chg="add">
          <ac:chgData name="Ryan Nguyen" userId="749ea01f6b893308" providerId="LiveId" clId="{1E8A2356-6AB1-4220-9520-770E082D7C32}" dt="2026-02-21T05:40:22.451" v="1576" actId="26606"/>
          <ac:spMkLst>
            <pc:docMk/>
            <pc:sldMk cId="1478974398" sldId="263"/>
            <ac:spMk id="17" creationId="{45D37F4E-DDB4-456B-97E0-9937730A039F}"/>
          </ac:spMkLst>
        </pc:spChg>
        <pc:spChg chg="add">
          <ac:chgData name="Ryan Nguyen" userId="749ea01f6b893308" providerId="LiveId" clId="{1E8A2356-6AB1-4220-9520-770E082D7C32}" dt="2026-02-21T05:40:22.451" v="1576" actId="26606"/>
          <ac:spMkLst>
            <pc:docMk/>
            <pc:sldMk cId="1478974398" sldId="263"/>
            <ac:spMk id="19" creationId="{B2DD41CD-8F47-4F56-AD12-4E2FF7696987}"/>
          </ac:spMkLst>
        </pc:spChg>
        <pc:picChg chg="add mod">
          <ac:chgData name="Ryan Nguyen" userId="749ea01f6b893308" providerId="LiveId" clId="{1E8A2356-6AB1-4220-9520-770E082D7C32}" dt="2026-02-21T05:51:29.961" v="2428" actId="14100"/>
          <ac:picMkLst>
            <pc:docMk/>
            <pc:sldMk cId="1478974398" sldId="263"/>
            <ac:picMk id="5" creationId="{8B100FD5-D50D-AFB6-0B02-F0215991133C}"/>
          </ac:picMkLst>
        </pc:picChg>
      </pc:sldChg>
      <pc:sldChg chg="addSp delSp modSp new mod setBg addAnim">
        <pc:chgData name="Ryan Nguyen" userId="749ea01f6b893308" providerId="LiveId" clId="{1E8A2356-6AB1-4220-9520-770E082D7C32}" dt="2026-02-21T05:50:02.323" v="2421" actId="20577"/>
        <pc:sldMkLst>
          <pc:docMk/>
          <pc:sldMk cId="3737425934" sldId="264"/>
        </pc:sldMkLst>
        <pc:spChg chg="mod">
          <ac:chgData name="Ryan Nguyen" userId="749ea01f6b893308" providerId="LiveId" clId="{1E8A2356-6AB1-4220-9520-770E082D7C32}" dt="2026-02-21T05:50:02.323" v="2421" actId="20577"/>
          <ac:spMkLst>
            <pc:docMk/>
            <pc:sldMk cId="3737425934" sldId="264"/>
            <ac:spMk id="2" creationId="{0ADB5179-31D3-70B8-0419-0A981112565F}"/>
          </ac:spMkLst>
        </pc:spChg>
        <pc:spChg chg="del">
          <ac:chgData name="Ryan Nguyen" userId="749ea01f6b893308" providerId="LiveId" clId="{1E8A2356-6AB1-4220-9520-770E082D7C32}" dt="2026-02-21T05:46:03.521" v="1874" actId="478"/>
          <ac:spMkLst>
            <pc:docMk/>
            <pc:sldMk cId="3737425934" sldId="264"/>
            <ac:spMk id="3" creationId="{0C886BED-D403-9C69-56E4-38750E182188}"/>
          </ac:spMkLst>
        </pc:spChg>
        <pc:spChg chg="add del">
          <ac:chgData name="Ryan Nguyen" userId="749ea01f6b893308" providerId="LiveId" clId="{1E8A2356-6AB1-4220-9520-770E082D7C32}" dt="2026-02-21T05:49:12.534" v="2407" actId="26606"/>
          <ac:spMkLst>
            <pc:docMk/>
            <pc:sldMk cId="3737425934" sldId="264"/>
            <ac:spMk id="7" creationId="{943CAA20-3569-4189-9E48-239A229A86CA}"/>
          </ac:spMkLst>
        </pc:spChg>
        <pc:spChg chg="add del">
          <ac:chgData name="Ryan Nguyen" userId="749ea01f6b893308" providerId="LiveId" clId="{1E8A2356-6AB1-4220-9520-770E082D7C32}" dt="2026-02-21T05:49:12.534" v="2407" actId="26606"/>
          <ac:spMkLst>
            <pc:docMk/>
            <pc:sldMk cId="3737425934" sldId="264"/>
            <ac:spMk id="9" creationId="{DA542B6D-E775-4832-91DC-2D20F857813A}"/>
          </ac:spMkLst>
        </pc:spChg>
        <pc:spChg chg="add">
          <ac:chgData name="Ryan Nguyen" userId="749ea01f6b893308" providerId="LiveId" clId="{1E8A2356-6AB1-4220-9520-770E082D7C32}" dt="2026-02-21T05:49:12.534" v="2407" actId="26606"/>
          <ac:spMkLst>
            <pc:docMk/>
            <pc:sldMk cId="3737425934" sldId="264"/>
            <ac:spMk id="15" creationId="{F609FF9A-4FCE-468E-A86A-C9AB525EAE71}"/>
          </ac:spMkLst>
        </pc:spChg>
        <pc:spChg chg="add">
          <ac:chgData name="Ryan Nguyen" userId="749ea01f6b893308" providerId="LiveId" clId="{1E8A2356-6AB1-4220-9520-770E082D7C32}" dt="2026-02-21T05:49:12.534" v="2407" actId="26606"/>
          <ac:spMkLst>
            <pc:docMk/>
            <pc:sldMk cId="3737425934" sldId="264"/>
            <ac:spMk id="17" creationId="{021E12D4-3A88-428D-8E5E-AF1AFD923D63}"/>
          </ac:spMkLst>
        </pc:spChg>
        <pc:picChg chg="add">
          <ac:chgData name="Ryan Nguyen" userId="749ea01f6b893308" providerId="LiveId" clId="{1E8A2356-6AB1-4220-9520-770E082D7C32}" dt="2026-02-21T05:49:12.534" v="2407" actId="26606"/>
          <ac:picMkLst>
            <pc:docMk/>
            <pc:sldMk cId="3737425934" sldId="264"/>
            <ac:picMk id="11" creationId="{2FE8F1F2-4221-2D9D-23C4-7FF5677AECCE}"/>
          </ac:picMkLst>
        </pc:picChg>
      </pc:sldChg>
      <pc:sldMasterChg chg="setBg modSldLayout">
        <pc:chgData name="Ryan Nguyen" userId="749ea01f6b893308" providerId="LiveId" clId="{1E8A2356-6AB1-4220-9520-770E082D7C32}" dt="2026-02-21T05:28:13.061" v="429"/>
        <pc:sldMasterMkLst>
          <pc:docMk/>
          <pc:sldMasterMk cId="1452295453" sldId="2147483660"/>
        </pc:sldMasterMkLst>
        <pc:sldLayoutChg chg="setBg">
          <pc:chgData name="Ryan Nguyen" userId="749ea01f6b893308" providerId="LiveId" clId="{1E8A2356-6AB1-4220-9520-770E082D7C32}" dt="2026-02-21T05:28:13.061" v="429"/>
          <pc:sldLayoutMkLst>
            <pc:docMk/>
            <pc:sldMasterMk cId="1452295453" sldId="2147483660"/>
            <pc:sldLayoutMk cId="4029015841" sldId="2147483661"/>
          </pc:sldLayoutMkLst>
        </pc:sldLayoutChg>
        <pc:sldLayoutChg chg="setBg">
          <pc:chgData name="Ryan Nguyen" userId="749ea01f6b893308" providerId="LiveId" clId="{1E8A2356-6AB1-4220-9520-770E082D7C32}" dt="2026-02-21T05:28:13.061" v="429"/>
          <pc:sldLayoutMkLst>
            <pc:docMk/>
            <pc:sldMasterMk cId="1452295453" sldId="2147483660"/>
            <pc:sldLayoutMk cId="1191832572" sldId="2147483662"/>
          </pc:sldLayoutMkLst>
        </pc:sldLayoutChg>
        <pc:sldLayoutChg chg="setBg">
          <pc:chgData name="Ryan Nguyen" userId="749ea01f6b893308" providerId="LiveId" clId="{1E8A2356-6AB1-4220-9520-770E082D7C32}" dt="2026-02-21T05:28:13.061" v="429"/>
          <pc:sldLayoutMkLst>
            <pc:docMk/>
            <pc:sldMasterMk cId="1452295453" sldId="2147483660"/>
            <pc:sldLayoutMk cId="3674648379" sldId="2147483663"/>
          </pc:sldLayoutMkLst>
        </pc:sldLayoutChg>
        <pc:sldLayoutChg chg="setBg">
          <pc:chgData name="Ryan Nguyen" userId="749ea01f6b893308" providerId="LiveId" clId="{1E8A2356-6AB1-4220-9520-770E082D7C32}" dt="2026-02-21T05:28:13.061" v="429"/>
          <pc:sldLayoutMkLst>
            <pc:docMk/>
            <pc:sldMasterMk cId="1452295453" sldId="2147483660"/>
            <pc:sldLayoutMk cId="3992756920" sldId="2147483664"/>
          </pc:sldLayoutMkLst>
        </pc:sldLayoutChg>
        <pc:sldLayoutChg chg="setBg">
          <pc:chgData name="Ryan Nguyen" userId="749ea01f6b893308" providerId="LiveId" clId="{1E8A2356-6AB1-4220-9520-770E082D7C32}" dt="2026-02-21T05:28:13.061" v="429"/>
          <pc:sldLayoutMkLst>
            <pc:docMk/>
            <pc:sldMasterMk cId="1452295453" sldId="2147483660"/>
            <pc:sldLayoutMk cId="774148895" sldId="2147483665"/>
          </pc:sldLayoutMkLst>
        </pc:sldLayoutChg>
        <pc:sldLayoutChg chg="setBg">
          <pc:chgData name="Ryan Nguyen" userId="749ea01f6b893308" providerId="LiveId" clId="{1E8A2356-6AB1-4220-9520-770E082D7C32}" dt="2026-02-21T05:28:13.061" v="429"/>
          <pc:sldLayoutMkLst>
            <pc:docMk/>
            <pc:sldMasterMk cId="1452295453" sldId="2147483660"/>
            <pc:sldLayoutMk cId="1634850962" sldId="2147483666"/>
          </pc:sldLayoutMkLst>
        </pc:sldLayoutChg>
        <pc:sldLayoutChg chg="setBg">
          <pc:chgData name="Ryan Nguyen" userId="749ea01f6b893308" providerId="LiveId" clId="{1E8A2356-6AB1-4220-9520-770E082D7C32}" dt="2026-02-21T05:28:13.061" v="429"/>
          <pc:sldLayoutMkLst>
            <pc:docMk/>
            <pc:sldMasterMk cId="1452295453" sldId="2147483660"/>
            <pc:sldLayoutMk cId="4061745482" sldId="2147483667"/>
          </pc:sldLayoutMkLst>
        </pc:sldLayoutChg>
        <pc:sldLayoutChg chg="setBg">
          <pc:chgData name="Ryan Nguyen" userId="749ea01f6b893308" providerId="LiveId" clId="{1E8A2356-6AB1-4220-9520-770E082D7C32}" dt="2026-02-21T05:28:13.061" v="429"/>
          <pc:sldLayoutMkLst>
            <pc:docMk/>
            <pc:sldMasterMk cId="1452295453" sldId="2147483660"/>
            <pc:sldLayoutMk cId="412348066" sldId="2147483668"/>
          </pc:sldLayoutMkLst>
        </pc:sldLayoutChg>
        <pc:sldLayoutChg chg="setBg">
          <pc:chgData name="Ryan Nguyen" userId="749ea01f6b893308" providerId="LiveId" clId="{1E8A2356-6AB1-4220-9520-770E082D7C32}" dt="2026-02-21T05:28:13.061" v="429"/>
          <pc:sldLayoutMkLst>
            <pc:docMk/>
            <pc:sldMasterMk cId="1452295453" sldId="2147483660"/>
            <pc:sldLayoutMk cId="4110033641" sldId="2147483669"/>
          </pc:sldLayoutMkLst>
        </pc:sldLayoutChg>
        <pc:sldLayoutChg chg="setBg">
          <pc:chgData name="Ryan Nguyen" userId="749ea01f6b893308" providerId="LiveId" clId="{1E8A2356-6AB1-4220-9520-770E082D7C32}" dt="2026-02-21T05:28:13.061" v="429"/>
          <pc:sldLayoutMkLst>
            <pc:docMk/>
            <pc:sldMasterMk cId="1452295453" sldId="2147483660"/>
            <pc:sldLayoutMk cId="2132236366" sldId="2147483670"/>
          </pc:sldLayoutMkLst>
        </pc:sldLayoutChg>
        <pc:sldLayoutChg chg="setBg">
          <pc:chgData name="Ryan Nguyen" userId="749ea01f6b893308" providerId="LiveId" clId="{1E8A2356-6AB1-4220-9520-770E082D7C32}" dt="2026-02-21T05:28:13.061" v="429"/>
          <pc:sldLayoutMkLst>
            <pc:docMk/>
            <pc:sldMasterMk cId="1452295453" sldId="2147483660"/>
            <pc:sldLayoutMk cId="1945109299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1E6D71-CD6C-44F1-86F3-7F48B91BC76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5099EF-19E9-4CD1-A13C-9BB42003D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41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099EF-19E9-4CD1-A13C-9BB42003DA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83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10 sec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099EF-19E9-4CD1-A13C-9BB42003DA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20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is 1040, Clay is 878, Grass is 324</a:t>
            </a:r>
          </a:p>
          <a:p>
            <a:r>
              <a:rPr lang="en-US" dirty="0"/>
              <a:t>Used Median Imputation for Numeric, Most-frequent imputation for Categorical</a:t>
            </a:r>
          </a:p>
          <a:p>
            <a:r>
              <a:rPr lang="en-US" dirty="0"/>
              <a:t>Train/test split, trained autoencoder to reconstruct input features using MSE (scaling matters for large numeric ranges)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099EF-19E9-4CD1-A13C-9BB42003DA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60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Latent embedding space</a:t>
            </a:r>
          </a:p>
          <a:p>
            <a:r>
              <a:rPr lang="en-US" dirty="0"/>
              <a:t>2 dimensions back to 61 to reconstruct original feature vector</a:t>
            </a:r>
          </a:p>
          <a:p>
            <a:r>
              <a:rPr lang="en-US" dirty="0"/>
              <a:t>Small to train quickly, flexible to learn structure</a:t>
            </a:r>
          </a:p>
          <a:p>
            <a:r>
              <a:rPr lang="en-US" dirty="0"/>
              <a:t>Visualize embedding without needing PCA or UMAP</a:t>
            </a:r>
          </a:p>
          <a:p>
            <a:r>
              <a:rPr lang="en-US" dirty="0"/>
              <a:t>Stable representation</a:t>
            </a:r>
          </a:p>
          <a:p>
            <a:r>
              <a:rPr lang="en-US" dirty="0"/>
              <a:t>Training and Validation curves stay close, not major overfitting – model generalizes similarly on unseen matches</a:t>
            </a:r>
          </a:p>
          <a:p>
            <a:r>
              <a:rPr lang="en-US" dirty="0"/>
              <a:t>Train and use reconstruction error as an anomaly score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099EF-19E9-4CD1-A13C-9BB42003DA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450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Between original feature vector and reconstructed vector</a:t>
            </a:r>
          </a:p>
          <a:p>
            <a:r>
              <a:rPr lang="en-US" dirty="0"/>
              <a:t>Clear right tail = small set of matches with much higher MSE</a:t>
            </a:r>
          </a:p>
          <a:p>
            <a:r>
              <a:rPr lang="en-US" dirty="0"/>
              <a:t>Top matches by reconstruction error – candidates for unusual match profiles (not bad data) – match dynamics, extreme stat combinations, edge case</a:t>
            </a:r>
          </a:p>
          <a:p>
            <a:r>
              <a:rPr lang="en-US" dirty="0"/>
              <a:t>Learned Representation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099EF-19E9-4CD1-A13C-9BB42003DA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09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point is a match, colored points by surface</a:t>
            </a:r>
          </a:p>
          <a:p>
            <a:r>
              <a:rPr lang="en-US" dirty="0"/>
              <a:t>Between surfaces</a:t>
            </a:r>
          </a:p>
          <a:p>
            <a:r>
              <a:rPr lang="en-US" dirty="0"/>
              <a:t>Match stats not perfectly surface-specific - autoencoder capture some surface-related structure</a:t>
            </a:r>
          </a:p>
          <a:p>
            <a:r>
              <a:rPr lang="en-US" dirty="0"/>
              <a:t>Features can not fully encode surface-dependent style – can increase latent dimension above 2, visualize with PCA/UMAP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099EF-19E9-4CD1-A13C-9BB42003DA4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20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</a:t>
            </a:r>
            <a:r>
              <a:rPr lang="en-US" dirty="0" err="1"/>
              <a:t>latent_dim</a:t>
            </a:r>
            <a:r>
              <a:rPr lang="en-US" dirty="0"/>
              <a:t> = 8 or 16 and reduce to 2D for visualization</a:t>
            </a:r>
          </a:p>
          <a:p>
            <a:r>
              <a:rPr lang="en-US" dirty="0"/>
              <a:t>Use latent codes as features for downstream surface classification model</a:t>
            </a:r>
          </a:p>
          <a:p>
            <a:r>
              <a:rPr lang="en-US" dirty="0"/>
              <a:t>Engineer features like serve dominance ratios or break-point efficiency to amplify style differences</a:t>
            </a:r>
          </a:p>
          <a:p>
            <a:r>
              <a:rPr lang="en-US" dirty="0"/>
              <a:t>MSE is continuous reconstruction of standardized features</a:t>
            </a:r>
          </a:p>
          <a:p>
            <a:r>
              <a:rPr lang="en-US" dirty="0"/>
              <a:t>Model reaches limit of how well 2D bottleneck can reconstruct 61 features</a:t>
            </a:r>
          </a:p>
          <a:p>
            <a:r>
              <a:rPr lang="en-US" dirty="0"/>
              <a:t>Training is unsupervised, labels interpret latent space, embedding could be used for classification downstream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099EF-19E9-4CD1-A13C-9BB42003DA4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02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9B7-91E9-418E-A38F-5DC59C19E08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F07A-94A2-4547-9B96-59F146EBD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15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9B7-91E9-418E-A38F-5DC59C19E08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F07A-94A2-4547-9B96-59F146EBD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32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9B7-91E9-418E-A38F-5DC59C19E08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F07A-94A2-4547-9B96-59F146EBD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4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9B7-91E9-418E-A38F-5DC59C19E08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F07A-94A2-4547-9B96-59F146EBD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56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9B7-91E9-418E-A38F-5DC59C19E08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F07A-94A2-4547-9B96-59F146EBD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4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9B7-91E9-418E-A38F-5DC59C19E08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F07A-94A2-4547-9B96-59F146EBD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850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9B7-91E9-418E-A38F-5DC59C19E08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F07A-94A2-4547-9B96-59F146EBD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45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9B7-91E9-418E-A38F-5DC59C19E08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F07A-94A2-4547-9B96-59F146EBD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8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9B7-91E9-418E-A38F-5DC59C19E08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F07A-94A2-4547-9B96-59F146EBD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33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9B7-91E9-418E-A38F-5DC59C19E08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F07A-94A2-4547-9B96-59F146EBD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3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9B7-91E9-418E-A38F-5DC59C19E08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F07A-94A2-4547-9B96-59F146EBD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09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54D9B7-91E9-418E-A38F-5DC59C19E08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87F07A-94A2-4547-9B96-59F146EBD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95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yrynbob/ust-deep-learning-2026/blob/main/Week6_Ryan.ipynb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100+ Tennis Pictures | Download Free Images on Unsplash">
            <a:extLst>
              <a:ext uri="{FF2B5EF4-FFF2-40B4-BE49-F238E27FC236}">
                <a16:creationId xmlns:a16="http://schemas.microsoft.com/office/drawing/2014/main" id="{2F48186C-0644-7F4A-DDF2-477859F9F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1" r="1" b="11269"/>
          <a:stretch>
            <a:fillRect/>
          </a:stretch>
        </p:blipFill>
        <p:spPr bwMode="auto">
          <a:xfrm>
            <a:off x="20" y="10"/>
            <a:ext cx="18283405" cy="102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6FD2E9-AB11-9518-7B4E-C0E706F3E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4"/>
            <a:ext cx="13716000" cy="4594860"/>
          </a:xfrm>
        </p:spPr>
        <p:txBody>
          <a:bodyPr>
            <a:normAutofit/>
          </a:bodyPr>
          <a:lstStyle/>
          <a:p>
            <a:r>
              <a:rPr lang="en-US" sz="9900">
                <a:solidFill>
                  <a:schemeClr val="bg1"/>
                </a:solidFill>
              </a:rPr>
              <a:t>ATP Tennis Dataset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9CD80-7E7A-65B9-117B-90AC99748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0572" y="6899148"/>
            <a:ext cx="13716000" cy="230428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By: Ryan Nguyen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1309" y="6552934"/>
            <a:ext cx="6365383" cy="27432"/>
          </a:xfrm>
          <a:custGeom>
            <a:avLst/>
            <a:gdLst>
              <a:gd name="csX0" fmla="*/ 0 w 6365383"/>
              <a:gd name="csY0" fmla="*/ 0 h 27432"/>
              <a:gd name="csX1" fmla="*/ 636538 w 6365383"/>
              <a:gd name="csY1" fmla="*/ 0 h 27432"/>
              <a:gd name="csX2" fmla="*/ 1336730 w 6365383"/>
              <a:gd name="csY2" fmla="*/ 0 h 27432"/>
              <a:gd name="csX3" fmla="*/ 1909615 w 6365383"/>
              <a:gd name="csY3" fmla="*/ 0 h 27432"/>
              <a:gd name="csX4" fmla="*/ 2418846 w 6365383"/>
              <a:gd name="csY4" fmla="*/ 0 h 27432"/>
              <a:gd name="csX5" fmla="*/ 2928076 w 6365383"/>
              <a:gd name="csY5" fmla="*/ 0 h 27432"/>
              <a:gd name="csX6" fmla="*/ 3373653 w 6365383"/>
              <a:gd name="csY6" fmla="*/ 0 h 27432"/>
              <a:gd name="csX7" fmla="*/ 4137499 w 6365383"/>
              <a:gd name="csY7" fmla="*/ 0 h 27432"/>
              <a:gd name="csX8" fmla="*/ 4901345 w 6365383"/>
              <a:gd name="csY8" fmla="*/ 0 h 27432"/>
              <a:gd name="csX9" fmla="*/ 5665191 w 6365383"/>
              <a:gd name="csY9" fmla="*/ 0 h 27432"/>
              <a:gd name="csX10" fmla="*/ 6365383 w 6365383"/>
              <a:gd name="csY10" fmla="*/ 0 h 27432"/>
              <a:gd name="csX11" fmla="*/ 6365383 w 6365383"/>
              <a:gd name="csY11" fmla="*/ 27432 h 27432"/>
              <a:gd name="csX12" fmla="*/ 5728845 w 6365383"/>
              <a:gd name="csY12" fmla="*/ 27432 h 27432"/>
              <a:gd name="csX13" fmla="*/ 5028653 w 6365383"/>
              <a:gd name="csY13" fmla="*/ 27432 h 27432"/>
              <a:gd name="csX14" fmla="*/ 4583076 w 6365383"/>
              <a:gd name="csY14" fmla="*/ 27432 h 27432"/>
              <a:gd name="csX15" fmla="*/ 4137499 w 6365383"/>
              <a:gd name="csY15" fmla="*/ 27432 h 27432"/>
              <a:gd name="csX16" fmla="*/ 3691922 w 6365383"/>
              <a:gd name="csY16" fmla="*/ 27432 h 27432"/>
              <a:gd name="csX17" fmla="*/ 3182692 w 6365383"/>
              <a:gd name="csY17" fmla="*/ 27432 h 27432"/>
              <a:gd name="csX18" fmla="*/ 2673461 w 6365383"/>
              <a:gd name="csY18" fmla="*/ 27432 h 27432"/>
              <a:gd name="csX19" fmla="*/ 2164230 w 6365383"/>
              <a:gd name="csY19" fmla="*/ 27432 h 27432"/>
              <a:gd name="csX20" fmla="*/ 1655000 w 6365383"/>
              <a:gd name="csY20" fmla="*/ 27432 h 27432"/>
              <a:gd name="csX21" fmla="*/ 1145769 w 6365383"/>
              <a:gd name="csY21" fmla="*/ 27432 h 27432"/>
              <a:gd name="csX22" fmla="*/ 0 w 6365383"/>
              <a:gd name="csY22" fmla="*/ 27432 h 27432"/>
              <a:gd name="csX23" fmla="*/ 0 w 6365383"/>
              <a:gd name="csY23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65383" h="27432" fill="none" extrusionOk="0">
                <a:moveTo>
                  <a:pt x="0" y="0"/>
                </a:moveTo>
                <a:cubicBezTo>
                  <a:pt x="164014" y="-28800"/>
                  <a:pt x="392589" y="16597"/>
                  <a:pt x="636538" y="0"/>
                </a:cubicBezTo>
                <a:cubicBezTo>
                  <a:pt x="880487" y="-16597"/>
                  <a:pt x="1095224" y="-7871"/>
                  <a:pt x="1336730" y="0"/>
                </a:cubicBezTo>
                <a:cubicBezTo>
                  <a:pt x="1578236" y="7871"/>
                  <a:pt x="1649337" y="-22384"/>
                  <a:pt x="1909615" y="0"/>
                </a:cubicBezTo>
                <a:cubicBezTo>
                  <a:pt x="2169893" y="22384"/>
                  <a:pt x="2279697" y="7436"/>
                  <a:pt x="2418846" y="0"/>
                </a:cubicBezTo>
                <a:cubicBezTo>
                  <a:pt x="2557995" y="-7436"/>
                  <a:pt x="2719158" y="24395"/>
                  <a:pt x="2928076" y="0"/>
                </a:cubicBezTo>
                <a:cubicBezTo>
                  <a:pt x="3136994" y="-24395"/>
                  <a:pt x="3236398" y="-16046"/>
                  <a:pt x="3373653" y="0"/>
                </a:cubicBezTo>
                <a:cubicBezTo>
                  <a:pt x="3510908" y="16046"/>
                  <a:pt x="3933654" y="-18835"/>
                  <a:pt x="4137499" y="0"/>
                </a:cubicBezTo>
                <a:cubicBezTo>
                  <a:pt x="4341344" y="18835"/>
                  <a:pt x="4634949" y="16518"/>
                  <a:pt x="4901345" y="0"/>
                </a:cubicBezTo>
                <a:cubicBezTo>
                  <a:pt x="5167741" y="-16518"/>
                  <a:pt x="5482502" y="-23233"/>
                  <a:pt x="5665191" y="0"/>
                </a:cubicBezTo>
                <a:cubicBezTo>
                  <a:pt x="5847880" y="23233"/>
                  <a:pt x="6038909" y="-19558"/>
                  <a:pt x="6365383" y="0"/>
                </a:cubicBezTo>
                <a:cubicBezTo>
                  <a:pt x="6366317" y="12270"/>
                  <a:pt x="6364320" y="20068"/>
                  <a:pt x="6365383" y="27432"/>
                </a:cubicBezTo>
                <a:cubicBezTo>
                  <a:pt x="6160909" y="45028"/>
                  <a:pt x="5918554" y="42323"/>
                  <a:pt x="5728845" y="27432"/>
                </a:cubicBezTo>
                <a:cubicBezTo>
                  <a:pt x="5539136" y="12541"/>
                  <a:pt x="5172149" y="23835"/>
                  <a:pt x="5028653" y="27432"/>
                </a:cubicBezTo>
                <a:cubicBezTo>
                  <a:pt x="4885157" y="31029"/>
                  <a:pt x="4768966" y="33290"/>
                  <a:pt x="4583076" y="27432"/>
                </a:cubicBezTo>
                <a:cubicBezTo>
                  <a:pt x="4397186" y="21574"/>
                  <a:pt x="4295537" y="38724"/>
                  <a:pt x="4137499" y="27432"/>
                </a:cubicBezTo>
                <a:cubicBezTo>
                  <a:pt x="3979461" y="16140"/>
                  <a:pt x="3895902" y="23317"/>
                  <a:pt x="3691922" y="27432"/>
                </a:cubicBezTo>
                <a:cubicBezTo>
                  <a:pt x="3487942" y="31547"/>
                  <a:pt x="3348597" y="42606"/>
                  <a:pt x="3182692" y="27432"/>
                </a:cubicBezTo>
                <a:cubicBezTo>
                  <a:pt x="3016787" y="12259"/>
                  <a:pt x="2922425" y="45987"/>
                  <a:pt x="2673461" y="27432"/>
                </a:cubicBezTo>
                <a:cubicBezTo>
                  <a:pt x="2424497" y="8877"/>
                  <a:pt x="2406338" y="46461"/>
                  <a:pt x="2164230" y="27432"/>
                </a:cubicBezTo>
                <a:cubicBezTo>
                  <a:pt x="1922122" y="8403"/>
                  <a:pt x="1843534" y="2368"/>
                  <a:pt x="1655000" y="27432"/>
                </a:cubicBezTo>
                <a:cubicBezTo>
                  <a:pt x="1466466" y="52497"/>
                  <a:pt x="1384300" y="39658"/>
                  <a:pt x="1145769" y="27432"/>
                </a:cubicBezTo>
                <a:cubicBezTo>
                  <a:pt x="907238" y="15206"/>
                  <a:pt x="344177" y="36391"/>
                  <a:pt x="0" y="27432"/>
                </a:cubicBezTo>
                <a:cubicBezTo>
                  <a:pt x="-1194" y="21937"/>
                  <a:pt x="1202" y="7917"/>
                  <a:pt x="0" y="0"/>
                </a:cubicBezTo>
                <a:close/>
              </a:path>
              <a:path w="6365383" h="27432" stroke="0" extrusionOk="0">
                <a:moveTo>
                  <a:pt x="0" y="0"/>
                </a:moveTo>
                <a:cubicBezTo>
                  <a:pt x="152654" y="12967"/>
                  <a:pt x="297359" y="-4977"/>
                  <a:pt x="509231" y="0"/>
                </a:cubicBezTo>
                <a:cubicBezTo>
                  <a:pt x="721103" y="4977"/>
                  <a:pt x="792740" y="-12744"/>
                  <a:pt x="954807" y="0"/>
                </a:cubicBezTo>
                <a:cubicBezTo>
                  <a:pt x="1116874" y="12744"/>
                  <a:pt x="1322429" y="24743"/>
                  <a:pt x="1464038" y="0"/>
                </a:cubicBezTo>
                <a:cubicBezTo>
                  <a:pt x="1605647" y="-24743"/>
                  <a:pt x="1947393" y="-20672"/>
                  <a:pt x="2100576" y="0"/>
                </a:cubicBezTo>
                <a:cubicBezTo>
                  <a:pt x="2253759" y="20672"/>
                  <a:pt x="2622231" y="-30966"/>
                  <a:pt x="2800769" y="0"/>
                </a:cubicBezTo>
                <a:cubicBezTo>
                  <a:pt x="2979307" y="30966"/>
                  <a:pt x="3356872" y="-13631"/>
                  <a:pt x="3564614" y="0"/>
                </a:cubicBezTo>
                <a:cubicBezTo>
                  <a:pt x="3772356" y="13631"/>
                  <a:pt x="4163183" y="-4973"/>
                  <a:pt x="4328460" y="0"/>
                </a:cubicBezTo>
                <a:cubicBezTo>
                  <a:pt x="4493737" y="4973"/>
                  <a:pt x="4672761" y="-9287"/>
                  <a:pt x="4901345" y="0"/>
                </a:cubicBezTo>
                <a:cubicBezTo>
                  <a:pt x="5129930" y="9287"/>
                  <a:pt x="5395146" y="9436"/>
                  <a:pt x="5601537" y="0"/>
                </a:cubicBezTo>
                <a:cubicBezTo>
                  <a:pt x="5807928" y="-9436"/>
                  <a:pt x="5983747" y="-13862"/>
                  <a:pt x="6365383" y="0"/>
                </a:cubicBezTo>
                <a:cubicBezTo>
                  <a:pt x="6365699" y="13405"/>
                  <a:pt x="6365869" y="14360"/>
                  <a:pt x="6365383" y="27432"/>
                </a:cubicBezTo>
                <a:cubicBezTo>
                  <a:pt x="6195306" y="29393"/>
                  <a:pt x="5872535" y="56613"/>
                  <a:pt x="5728845" y="27432"/>
                </a:cubicBezTo>
                <a:cubicBezTo>
                  <a:pt x="5585155" y="-1749"/>
                  <a:pt x="5272464" y="11679"/>
                  <a:pt x="5028653" y="27432"/>
                </a:cubicBezTo>
                <a:cubicBezTo>
                  <a:pt x="4784842" y="43185"/>
                  <a:pt x="4688244" y="28658"/>
                  <a:pt x="4455768" y="27432"/>
                </a:cubicBezTo>
                <a:cubicBezTo>
                  <a:pt x="4223293" y="26206"/>
                  <a:pt x="4032880" y="15477"/>
                  <a:pt x="3882884" y="27432"/>
                </a:cubicBezTo>
                <a:cubicBezTo>
                  <a:pt x="3732888" y="39387"/>
                  <a:pt x="3278726" y="-7170"/>
                  <a:pt x="3119038" y="27432"/>
                </a:cubicBezTo>
                <a:cubicBezTo>
                  <a:pt x="2959350" y="62034"/>
                  <a:pt x="2786856" y="40315"/>
                  <a:pt x="2609807" y="27432"/>
                </a:cubicBezTo>
                <a:cubicBezTo>
                  <a:pt x="2432758" y="14549"/>
                  <a:pt x="2064373" y="16547"/>
                  <a:pt x="1909615" y="27432"/>
                </a:cubicBezTo>
                <a:cubicBezTo>
                  <a:pt x="1754857" y="38317"/>
                  <a:pt x="1663685" y="27374"/>
                  <a:pt x="1464038" y="27432"/>
                </a:cubicBezTo>
                <a:cubicBezTo>
                  <a:pt x="1264391" y="27490"/>
                  <a:pt x="1071013" y="1487"/>
                  <a:pt x="827500" y="27432"/>
                </a:cubicBezTo>
                <a:cubicBezTo>
                  <a:pt x="583987" y="53377"/>
                  <a:pt x="349818" y="3910"/>
                  <a:pt x="0" y="27432"/>
                </a:cubicBezTo>
                <a:cubicBezTo>
                  <a:pt x="-116" y="21844"/>
                  <a:pt x="591" y="6534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3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828799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783669" cy="3428998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A06380-E16A-5CE8-A27E-55E2346E7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704" y="525294"/>
            <a:ext cx="6970356" cy="2436780"/>
          </a:xfrm>
        </p:spPr>
        <p:txBody>
          <a:bodyPr anchor="ctr">
            <a:normAutofit/>
          </a:bodyPr>
          <a:lstStyle/>
          <a:p>
            <a:r>
              <a:rPr lang="en-US" sz="600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54D8D-C63E-B2C5-BDD0-1B0D467D7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703" y="4114800"/>
            <a:ext cx="6970357" cy="5419723"/>
          </a:xfrm>
        </p:spPr>
        <p:txBody>
          <a:bodyPr anchor="ctr">
            <a:normAutofit/>
          </a:bodyPr>
          <a:lstStyle/>
          <a:p>
            <a:r>
              <a:rPr lang="en-US" sz="2600" dirty="0"/>
              <a:t>I have been learning how to play tennis recently, so that’s why I picked this dataset!</a:t>
            </a:r>
          </a:p>
          <a:p>
            <a:r>
              <a:rPr lang="en-US" sz="2600" dirty="0"/>
              <a:t>Each row is a match from ATP 2023 (Dataset)</a:t>
            </a:r>
          </a:p>
          <a:p>
            <a:r>
              <a:rPr lang="en-US" sz="2600" dirty="0"/>
              <a:t>I wanted to analyze the Tennis Dataset showing Matches in 2023</a:t>
            </a:r>
          </a:p>
          <a:p>
            <a:r>
              <a:rPr lang="en-US" sz="2600" dirty="0"/>
              <a:t>We’ll color the embedding by surface to interpret structure</a:t>
            </a:r>
          </a:p>
          <a:p>
            <a:r>
              <a:rPr lang="en-US" sz="2600" dirty="0"/>
              <a:t>Goal: AE learns compact representation of match statistics and see whether latent space captures meaningful structure – especially differences by court surface</a:t>
            </a:r>
          </a:p>
        </p:txBody>
      </p:sp>
      <p:pic>
        <p:nvPicPr>
          <p:cNvPr id="5" name="Picture 4" descr="Tennis racket and balls">
            <a:extLst>
              <a:ext uri="{FF2B5EF4-FFF2-40B4-BE49-F238E27FC236}">
                <a16:creationId xmlns:a16="http://schemas.microsoft.com/office/drawing/2014/main" id="{6926C2FF-3939-7659-1B39-72A401937E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00" r="2" b="2"/>
          <a:stretch>
            <a:fillRect/>
          </a:stretch>
        </p:blipFill>
        <p:spPr>
          <a:xfrm>
            <a:off x="9144000" y="1"/>
            <a:ext cx="9154237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5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67F17-0B5E-1D98-6FBA-5F771CF07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959280"/>
            <a:ext cx="5143500" cy="2578608"/>
          </a:xfrm>
        </p:spPr>
        <p:txBody>
          <a:bodyPr anchor="b">
            <a:normAutofit/>
          </a:bodyPr>
          <a:lstStyle/>
          <a:p>
            <a:r>
              <a:rPr lang="en-US" sz="8100"/>
              <a:t>About Dataset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4917" y="3860634"/>
            <a:ext cx="4882642" cy="27432"/>
          </a:xfrm>
          <a:custGeom>
            <a:avLst/>
            <a:gdLst>
              <a:gd name="csX0" fmla="*/ 0 w 4882642"/>
              <a:gd name="csY0" fmla="*/ 0 h 27432"/>
              <a:gd name="csX1" fmla="*/ 648694 w 4882642"/>
              <a:gd name="csY1" fmla="*/ 0 h 27432"/>
              <a:gd name="csX2" fmla="*/ 1199735 w 4882642"/>
              <a:gd name="csY2" fmla="*/ 0 h 27432"/>
              <a:gd name="csX3" fmla="*/ 1799602 w 4882642"/>
              <a:gd name="csY3" fmla="*/ 0 h 27432"/>
              <a:gd name="csX4" fmla="*/ 2545949 w 4882642"/>
              <a:gd name="csY4" fmla="*/ 0 h 27432"/>
              <a:gd name="csX5" fmla="*/ 3194643 w 4882642"/>
              <a:gd name="csY5" fmla="*/ 0 h 27432"/>
              <a:gd name="csX6" fmla="*/ 3794510 w 4882642"/>
              <a:gd name="csY6" fmla="*/ 0 h 27432"/>
              <a:gd name="csX7" fmla="*/ 4882642 w 4882642"/>
              <a:gd name="csY7" fmla="*/ 0 h 27432"/>
              <a:gd name="csX8" fmla="*/ 4882642 w 4882642"/>
              <a:gd name="csY8" fmla="*/ 27432 h 27432"/>
              <a:gd name="csX9" fmla="*/ 4185122 w 4882642"/>
              <a:gd name="csY9" fmla="*/ 27432 h 27432"/>
              <a:gd name="csX10" fmla="*/ 3585254 w 4882642"/>
              <a:gd name="csY10" fmla="*/ 27432 h 27432"/>
              <a:gd name="csX11" fmla="*/ 2790081 w 4882642"/>
              <a:gd name="csY11" fmla="*/ 27432 h 27432"/>
              <a:gd name="csX12" fmla="*/ 2141387 w 4882642"/>
              <a:gd name="csY12" fmla="*/ 27432 h 27432"/>
              <a:gd name="csX13" fmla="*/ 1590346 w 4882642"/>
              <a:gd name="csY13" fmla="*/ 27432 h 27432"/>
              <a:gd name="csX14" fmla="*/ 844000 w 4882642"/>
              <a:gd name="csY14" fmla="*/ 27432 h 27432"/>
              <a:gd name="csX15" fmla="*/ 0 w 4882642"/>
              <a:gd name="csY15" fmla="*/ 27432 h 27432"/>
              <a:gd name="csX16" fmla="*/ 0 w 4882642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882642" h="27432" fill="none" extrusionOk="0">
                <a:moveTo>
                  <a:pt x="0" y="0"/>
                </a:moveTo>
                <a:cubicBezTo>
                  <a:pt x="283896" y="15806"/>
                  <a:pt x="476914" y="-5705"/>
                  <a:pt x="648694" y="0"/>
                </a:cubicBezTo>
                <a:cubicBezTo>
                  <a:pt x="820474" y="5705"/>
                  <a:pt x="992491" y="-2560"/>
                  <a:pt x="1199735" y="0"/>
                </a:cubicBezTo>
                <a:cubicBezTo>
                  <a:pt x="1406979" y="2560"/>
                  <a:pt x="1535106" y="-12373"/>
                  <a:pt x="1799602" y="0"/>
                </a:cubicBezTo>
                <a:cubicBezTo>
                  <a:pt x="2064098" y="12373"/>
                  <a:pt x="2220857" y="34016"/>
                  <a:pt x="2545949" y="0"/>
                </a:cubicBezTo>
                <a:cubicBezTo>
                  <a:pt x="2871041" y="-34016"/>
                  <a:pt x="2930967" y="-6551"/>
                  <a:pt x="3194643" y="0"/>
                </a:cubicBezTo>
                <a:cubicBezTo>
                  <a:pt x="3458319" y="6551"/>
                  <a:pt x="3590719" y="-27970"/>
                  <a:pt x="3794510" y="0"/>
                </a:cubicBezTo>
                <a:cubicBezTo>
                  <a:pt x="3998301" y="27970"/>
                  <a:pt x="4343090" y="-39667"/>
                  <a:pt x="4882642" y="0"/>
                </a:cubicBezTo>
                <a:cubicBezTo>
                  <a:pt x="4881669" y="8304"/>
                  <a:pt x="4882164" y="21512"/>
                  <a:pt x="4882642" y="27432"/>
                </a:cubicBezTo>
                <a:cubicBezTo>
                  <a:pt x="4608564" y="7308"/>
                  <a:pt x="4394312" y="56256"/>
                  <a:pt x="4185122" y="27432"/>
                </a:cubicBezTo>
                <a:cubicBezTo>
                  <a:pt x="3975932" y="-1392"/>
                  <a:pt x="3827783" y="51583"/>
                  <a:pt x="3585254" y="27432"/>
                </a:cubicBezTo>
                <a:cubicBezTo>
                  <a:pt x="3342725" y="3281"/>
                  <a:pt x="3165015" y="17373"/>
                  <a:pt x="2790081" y="27432"/>
                </a:cubicBezTo>
                <a:cubicBezTo>
                  <a:pt x="2415147" y="37491"/>
                  <a:pt x="2453830" y="6816"/>
                  <a:pt x="2141387" y="27432"/>
                </a:cubicBezTo>
                <a:cubicBezTo>
                  <a:pt x="1828944" y="48048"/>
                  <a:pt x="1774219" y="17790"/>
                  <a:pt x="1590346" y="27432"/>
                </a:cubicBezTo>
                <a:cubicBezTo>
                  <a:pt x="1406473" y="37074"/>
                  <a:pt x="1200327" y="18527"/>
                  <a:pt x="844000" y="27432"/>
                </a:cubicBezTo>
                <a:cubicBezTo>
                  <a:pt x="487673" y="36337"/>
                  <a:pt x="322314" y="2648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882642" h="27432" stroke="0" extrusionOk="0">
                <a:moveTo>
                  <a:pt x="0" y="0"/>
                </a:moveTo>
                <a:cubicBezTo>
                  <a:pt x="238803" y="9040"/>
                  <a:pt x="494861" y="-4831"/>
                  <a:pt x="648694" y="0"/>
                </a:cubicBezTo>
                <a:cubicBezTo>
                  <a:pt x="802527" y="4831"/>
                  <a:pt x="991643" y="12575"/>
                  <a:pt x="1199735" y="0"/>
                </a:cubicBezTo>
                <a:cubicBezTo>
                  <a:pt x="1407827" y="-12575"/>
                  <a:pt x="1757315" y="9056"/>
                  <a:pt x="1994908" y="0"/>
                </a:cubicBezTo>
                <a:cubicBezTo>
                  <a:pt x="2232501" y="-9056"/>
                  <a:pt x="2370188" y="18797"/>
                  <a:pt x="2643602" y="0"/>
                </a:cubicBezTo>
                <a:cubicBezTo>
                  <a:pt x="2917016" y="-18797"/>
                  <a:pt x="3036387" y="10091"/>
                  <a:pt x="3292296" y="0"/>
                </a:cubicBezTo>
                <a:cubicBezTo>
                  <a:pt x="3548205" y="-10091"/>
                  <a:pt x="3892824" y="6516"/>
                  <a:pt x="4087469" y="0"/>
                </a:cubicBezTo>
                <a:cubicBezTo>
                  <a:pt x="4282114" y="-6516"/>
                  <a:pt x="4487997" y="-16222"/>
                  <a:pt x="4882642" y="0"/>
                </a:cubicBezTo>
                <a:cubicBezTo>
                  <a:pt x="4883127" y="9333"/>
                  <a:pt x="4883920" y="19699"/>
                  <a:pt x="4882642" y="27432"/>
                </a:cubicBezTo>
                <a:cubicBezTo>
                  <a:pt x="4665479" y="53358"/>
                  <a:pt x="4455363" y="34051"/>
                  <a:pt x="4282775" y="27432"/>
                </a:cubicBezTo>
                <a:cubicBezTo>
                  <a:pt x="4110187" y="20813"/>
                  <a:pt x="3781952" y="37808"/>
                  <a:pt x="3585254" y="27432"/>
                </a:cubicBezTo>
                <a:cubicBezTo>
                  <a:pt x="3388556" y="17056"/>
                  <a:pt x="3084641" y="41802"/>
                  <a:pt x="2887734" y="27432"/>
                </a:cubicBezTo>
                <a:cubicBezTo>
                  <a:pt x="2690827" y="13062"/>
                  <a:pt x="2491613" y="5294"/>
                  <a:pt x="2239040" y="27432"/>
                </a:cubicBezTo>
                <a:cubicBezTo>
                  <a:pt x="1986467" y="49570"/>
                  <a:pt x="1795483" y="63015"/>
                  <a:pt x="1443867" y="27432"/>
                </a:cubicBezTo>
                <a:cubicBezTo>
                  <a:pt x="1092251" y="-8151"/>
                  <a:pt x="850619" y="43704"/>
                  <a:pt x="648694" y="27432"/>
                </a:cubicBezTo>
                <a:cubicBezTo>
                  <a:pt x="446769" y="11160"/>
                  <a:pt x="306471" y="26408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DC15F-0A0B-5273-28D1-CDBC7BE7E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404" y="4210812"/>
            <a:ext cx="5143500" cy="5116068"/>
          </a:xfrm>
        </p:spPr>
        <p:txBody>
          <a:bodyPr anchor="t">
            <a:normAutofit/>
          </a:bodyPr>
          <a:lstStyle/>
          <a:p>
            <a:r>
              <a:rPr lang="en-US" sz="3300"/>
              <a:t>2242 matches</a:t>
            </a:r>
          </a:p>
          <a:p>
            <a:r>
              <a:rPr lang="en-US" sz="3300"/>
              <a:t>49 raw columns</a:t>
            </a:r>
          </a:p>
          <a:p>
            <a:r>
              <a:rPr lang="en-US" sz="3300"/>
              <a:t>Includes tournament metadata and match stats</a:t>
            </a:r>
          </a:p>
          <a:p>
            <a:r>
              <a:rPr lang="en-US" sz="3300"/>
              <a:t>After preprocessing, autoencoder input became 61 features</a:t>
            </a:r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EA2AC916-F7CF-13DB-E420-91EA0E1CB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444" y="3253607"/>
            <a:ext cx="10355580" cy="377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84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663AAF-7832-C129-5C88-998469065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959280"/>
            <a:ext cx="5143500" cy="2578608"/>
          </a:xfrm>
        </p:spPr>
        <p:txBody>
          <a:bodyPr anchor="b">
            <a:normAutofit/>
          </a:bodyPr>
          <a:lstStyle/>
          <a:p>
            <a:r>
              <a:rPr lang="en-US" sz="6300"/>
              <a:t>EDA and Preprocessing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4917" y="3860634"/>
            <a:ext cx="4882642" cy="27432"/>
          </a:xfrm>
          <a:custGeom>
            <a:avLst/>
            <a:gdLst>
              <a:gd name="csX0" fmla="*/ 0 w 4882642"/>
              <a:gd name="csY0" fmla="*/ 0 h 27432"/>
              <a:gd name="csX1" fmla="*/ 648694 w 4882642"/>
              <a:gd name="csY1" fmla="*/ 0 h 27432"/>
              <a:gd name="csX2" fmla="*/ 1199735 w 4882642"/>
              <a:gd name="csY2" fmla="*/ 0 h 27432"/>
              <a:gd name="csX3" fmla="*/ 1799602 w 4882642"/>
              <a:gd name="csY3" fmla="*/ 0 h 27432"/>
              <a:gd name="csX4" fmla="*/ 2545949 w 4882642"/>
              <a:gd name="csY4" fmla="*/ 0 h 27432"/>
              <a:gd name="csX5" fmla="*/ 3194643 w 4882642"/>
              <a:gd name="csY5" fmla="*/ 0 h 27432"/>
              <a:gd name="csX6" fmla="*/ 3794510 w 4882642"/>
              <a:gd name="csY6" fmla="*/ 0 h 27432"/>
              <a:gd name="csX7" fmla="*/ 4882642 w 4882642"/>
              <a:gd name="csY7" fmla="*/ 0 h 27432"/>
              <a:gd name="csX8" fmla="*/ 4882642 w 4882642"/>
              <a:gd name="csY8" fmla="*/ 27432 h 27432"/>
              <a:gd name="csX9" fmla="*/ 4185122 w 4882642"/>
              <a:gd name="csY9" fmla="*/ 27432 h 27432"/>
              <a:gd name="csX10" fmla="*/ 3585254 w 4882642"/>
              <a:gd name="csY10" fmla="*/ 27432 h 27432"/>
              <a:gd name="csX11" fmla="*/ 2790081 w 4882642"/>
              <a:gd name="csY11" fmla="*/ 27432 h 27432"/>
              <a:gd name="csX12" fmla="*/ 2141387 w 4882642"/>
              <a:gd name="csY12" fmla="*/ 27432 h 27432"/>
              <a:gd name="csX13" fmla="*/ 1590346 w 4882642"/>
              <a:gd name="csY13" fmla="*/ 27432 h 27432"/>
              <a:gd name="csX14" fmla="*/ 844000 w 4882642"/>
              <a:gd name="csY14" fmla="*/ 27432 h 27432"/>
              <a:gd name="csX15" fmla="*/ 0 w 4882642"/>
              <a:gd name="csY15" fmla="*/ 27432 h 27432"/>
              <a:gd name="csX16" fmla="*/ 0 w 4882642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882642" h="27432" fill="none" extrusionOk="0">
                <a:moveTo>
                  <a:pt x="0" y="0"/>
                </a:moveTo>
                <a:cubicBezTo>
                  <a:pt x="283896" y="15806"/>
                  <a:pt x="476914" y="-5705"/>
                  <a:pt x="648694" y="0"/>
                </a:cubicBezTo>
                <a:cubicBezTo>
                  <a:pt x="820474" y="5705"/>
                  <a:pt x="992491" y="-2560"/>
                  <a:pt x="1199735" y="0"/>
                </a:cubicBezTo>
                <a:cubicBezTo>
                  <a:pt x="1406979" y="2560"/>
                  <a:pt x="1535106" y="-12373"/>
                  <a:pt x="1799602" y="0"/>
                </a:cubicBezTo>
                <a:cubicBezTo>
                  <a:pt x="2064098" y="12373"/>
                  <a:pt x="2220857" y="34016"/>
                  <a:pt x="2545949" y="0"/>
                </a:cubicBezTo>
                <a:cubicBezTo>
                  <a:pt x="2871041" y="-34016"/>
                  <a:pt x="2930967" y="-6551"/>
                  <a:pt x="3194643" y="0"/>
                </a:cubicBezTo>
                <a:cubicBezTo>
                  <a:pt x="3458319" y="6551"/>
                  <a:pt x="3590719" y="-27970"/>
                  <a:pt x="3794510" y="0"/>
                </a:cubicBezTo>
                <a:cubicBezTo>
                  <a:pt x="3998301" y="27970"/>
                  <a:pt x="4343090" y="-39667"/>
                  <a:pt x="4882642" y="0"/>
                </a:cubicBezTo>
                <a:cubicBezTo>
                  <a:pt x="4881669" y="8304"/>
                  <a:pt x="4882164" y="21512"/>
                  <a:pt x="4882642" y="27432"/>
                </a:cubicBezTo>
                <a:cubicBezTo>
                  <a:pt x="4608564" y="7308"/>
                  <a:pt x="4394312" y="56256"/>
                  <a:pt x="4185122" y="27432"/>
                </a:cubicBezTo>
                <a:cubicBezTo>
                  <a:pt x="3975932" y="-1392"/>
                  <a:pt x="3827783" y="51583"/>
                  <a:pt x="3585254" y="27432"/>
                </a:cubicBezTo>
                <a:cubicBezTo>
                  <a:pt x="3342725" y="3281"/>
                  <a:pt x="3165015" y="17373"/>
                  <a:pt x="2790081" y="27432"/>
                </a:cubicBezTo>
                <a:cubicBezTo>
                  <a:pt x="2415147" y="37491"/>
                  <a:pt x="2453830" y="6816"/>
                  <a:pt x="2141387" y="27432"/>
                </a:cubicBezTo>
                <a:cubicBezTo>
                  <a:pt x="1828944" y="48048"/>
                  <a:pt x="1774219" y="17790"/>
                  <a:pt x="1590346" y="27432"/>
                </a:cubicBezTo>
                <a:cubicBezTo>
                  <a:pt x="1406473" y="37074"/>
                  <a:pt x="1200327" y="18527"/>
                  <a:pt x="844000" y="27432"/>
                </a:cubicBezTo>
                <a:cubicBezTo>
                  <a:pt x="487673" y="36337"/>
                  <a:pt x="322314" y="2648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882642" h="27432" stroke="0" extrusionOk="0">
                <a:moveTo>
                  <a:pt x="0" y="0"/>
                </a:moveTo>
                <a:cubicBezTo>
                  <a:pt x="238803" y="9040"/>
                  <a:pt x="494861" y="-4831"/>
                  <a:pt x="648694" y="0"/>
                </a:cubicBezTo>
                <a:cubicBezTo>
                  <a:pt x="802527" y="4831"/>
                  <a:pt x="991643" y="12575"/>
                  <a:pt x="1199735" y="0"/>
                </a:cubicBezTo>
                <a:cubicBezTo>
                  <a:pt x="1407827" y="-12575"/>
                  <a:pt x="1757315" y="9056"/>
                  <a:pt x="1994908" y="0"/>
                </a:cubicBezTo>
                <a:cubicBezTo>
                  <a:pt x="2232501" y="-9056"/>
                  <a:pt x="2370188" y="18797"/>
                  <a:pt x="2643602" y="0"/>
                </a:cubicBezTo>
                <a:cubicBezTo>
                  <a:pt x="2917016" y="-18797"/>
                  <a:pt x="3036387" y="10091"/>
                  <a:pt x="3292296" y="0"/>
                </a:cubicBezTo>
                <a:cubicBezTo>
                  <a:pt x="3548205" y="-10091"/>
                  <a:pt x="3892824" y="6516"/>
                  <a:pt x="4087469" y="0"/>
                </a:cubicBezTo>
                <a:cubicBezTo>
                  <a:pt x="4282114" y="-6516"/>
                  <a:pt x="4487997" y="-16222"/>
                  <a:pt x="4882642" y="0"/>
                </a:cubicBezTo>
                <a:cubicBezTo>
                  <a:pt x="4883127" y="9333"/>
                  <a:pt x="4883920" y="19699"/>
                  <a:pt x="4882642" y="27432"/>
                </a:cubicBezTo>
                <a:cubicBezTo>
                  <a:pt x="4665479" y="53358"/>
                  <a:pt x="4455363" y="34051"/>
                  <a:pt x="4282775" y="27432"/>
                </a:cubicBezTo>
                <a:cubicBezTo>
                  <a:pt x="4110187" y="20813"/>
                  <a:pt x="3781952" y="37808"/>
                  <a:pt x="3585254" y="27432"/>
                </a:cubicBezTo>
                <a:cubicBezTo>
                  <a:pt x="3388556" y="17056"/>
                  <a:pt x="3084641" y="41802"/>
                  <a:pt x="2887734" y="27432"/>
                </a:cubicBezTo>
                <a:cubicBezTo>
                  <a:pt x="2690827" y="13062"/>
                  <a:pt x="2491613" y="5294"/>
                  <a:pt x="2239040" y="27432"/>
                </a:cubicBezTo>
                <a:cubicBezTo>
                  <a:pt x="1986467" y="49570"/>
                  <a:pt x="1795483" y="63015"/>
                  <a:pt x="1443867" y="27432"/>
                </a:cubicBezTo>
                <a:cubicBezTo>
                  <a:pt x="1092251" y="-8151"/>
                  <a:pt x="850619" y="43704"/>
                  <a:pt x="648694" y="27432"/>
                </a:cubicBezTo>
                <a:cubicBezTo>
                  <a:pt x="446769" y="11160"/>
                  <a:pt x="306471" y="26408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EEEAD-A797-34F9-953B-7494DA14C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404" y="4210812"/>
            <a:ext cx="5143500" cy="5116068"/>
          </a:xfrm>
        </p:spPr>
        <p:txBody>
          <a:bodyPr anchor="t">
            <a:normAutofit/>
          </a:bodyPr>
          <a:lstStyle/>
          <a:p>
            <a:r>
              <a:rPr lang="en-US" sz="3300"/>
              <a:t>Dataset mostly Hard courts, Clay, then Grass</a:t>
            </a:r>
          </a:p>
          <a:p>
            <a:r>
              <a:rPr lang="en-US" sz="3300"/>
              <a:t>Handled missing values  for numeric and categorical</a:t>
            </a:r>
          </a:p>
          <a:p>
            <a:r>
              <a:rPr lang="en-US" sz="3300"/>
              <a:t>Categorical features were one-hot encoded</a:t>
            </a:r>
          </a:p>
          <a:p>
            <a:r>
              <a:rPr lang="en-US" sz="3300"/>
              <a:t>Numeric features were standardized</a:t>
            </a:r>
          </a:p>
          <a:p>
            <a:endParaRPr lang="en-US" sz="33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5E050-CE05-9635-D63D-613CC0B2D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444" y="3137107"/>
            <a:ext cx="10355580" cy="401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698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AB749-D40B-4521-3716-8335F836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 architecture and Training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295F6-2E01-BBD4-AC42-0FF4FEBEC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Dense autoencoder for tabular data (61)</a:t>
            </a:r>
          </a:p>
          <a:p>
            <a:r>
              <a:rPr lang="en-US" sz="3600" dirty="0"/>
              <a:t>Compress data down to 2-dim bottleneck</a:t>
            </a:r>
          </a:p>
          <a:p>
            <a:r>
              <a:rPr lang="en-US" sz="3600" dirty="0"/>
              <a:t>Total parameter count = 36k</a:t>
            </a:r>
          </a:p>
          <a:p>
            <a:r>
              <a:rPr lang="en-US" sz="3600" dirty="0"/>
              <a:t>I chose Latent Dimension 2</a:t>
            </a:r>
          </a:p>
          <a:p>
            <a:r>
              <a:rPr lang="en-US" sz="3600" dirty="0"/>
              <a:t>Both curves drop quickly + plateau</a:t>
            </a:r>
          </a:p>
          <a:p>
            <a:r>
              <a:rPr lang="en-US" sz="3600" dirty="0"/>
              <a:t>No major overfitting</a:t>
            </a:r>
          </a:p>
          <a:p>
            <a:r>
              <a:rPr lang="en-US" sz="3600" dirty="0"/>
              <a:t>Evaluate reconstruction quality</a:t>
            </a:r>
          </a:p>
        </p:txBody>
      </p:sp>
      <p:pic>
        <p:nvPicPr>
          <p:cNvPr id="5" name="Picture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772B5035-1808-B6D1-05BE-2146AA325F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160" y="4145155"/>
            <a:ext cx="7069541" cy="559415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071CB2-3EAF-0BFB-FF70-47E5313688AF}"/>
              </a:ext>
            </a:extLst>
          </p:cNvPr>
          <p:cNvCxnSpPr>
            <a:cxnSpLocks/>
          </p:cNvCxnSpPr>
          <p:nvPr/>
        </p:nvCxnSpPr>
        <p:spPr>
          <a:xfrm>
            <a:off x="14672511" y="6226343"/>
            <a:ext cx="920415" cy="2364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A55DAEB-723A-E283-1EAF-925F17F0EE9F}"/>
              </a:ext>
            </a:extLst>
          </p:cNvPr>
          <p:cNvSpPr txBox="1"/>
          <p:nvPr/>
        </p:nvSpPr>
        <p:spPr>
          <a:xfrm>
            <a:off x="12813632" y="5724942"/>
            <a:ext cx="3717758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50" dirty="0"/>
              <a:t>Plateau Here</a:t>
            </a:r>
          </a:p>
        </p:txBody>
      </p:sp>
    </p:spTree>
    <p:extLst>
      <p:ext uri="{BB962C8B-B14F-4D97-AF65-F5344CB8AC3E}">
        <p14:creationId xmlns:p14="http://schemas.microsoft.com/office/powerpoint/2010/main" val="2215746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11208571" cy="10287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D7B75F-DB0C-E22D-E2D3-5656E01B7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236" y="965200"/>
            <a:ext cx="7159462" cy="2700789"/>
          </a:xfrm>
        </p:spPr>
        <p:txBody>
          <a:bodyPr>
            <a:normAutofit/>
          </a:bodyPr>
          <a:lstStyle/>
          <a:p>
            <a:r>
              <a:rPr lang="en-US" sz="6100"/>
              <a:t>Reconstruction and Latent Embedding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EB9BD-793B-0007-7262-437946118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0236" y="3935071"/>
            <a:ext cx="7159461" cy="5330372"/>
          </a:xfrm>
        </p:spPr>
        <p:txBody>
          <a:bodyPr>
            <a:normAutofit/>
          </a:bodyPr>
          <a:lstStyle/>
          <a:p>
            <a:r>
              <a:rPr lang="en-US" sz="3000"/>
              <a:t>Reconstruction error is computed as Mean Squared Error</a:t>
            </a:r>
          </a:p>
          <a:p>
            <a:r>
              <a:rPr lang="en-US" sz="3000"/>
              <a:t>Histogram shows most matches reconstruct with low error</a:t>
            </a:r>
          </a:p>
          <a:p>
            <a:r>
              <a:rPr lang="en-US" sz="3000"/>
              <a:t>High-error matches have less typical statistical profile than AE</a:t>
            </a:r>
          </a:p>
          <a:p>
            <a:r>
              <a:rPr lang="en-US" sz="3000"/>
              <a:t>Reconstruction error gives quantitative way to rank least normal matches</a:t>
            </a:r>
          </a:p>
          <a:p>
            <a:endParaRPr lang="en-US" sz="3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0BFEB3-8A0C-FB13-A990-5C65D81C5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1714" y="965200"/>
            <a:ext cx="8774222" cy="34877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8560A0-0816-D0B2-9E48-20AD3EE3E1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320" y="5143500"/>
            <a:ext cx="5645964" cy="457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77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01F05-3F3D-B8D1-A014-F7EED46E1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739" y="357808"/>
            <a:ext cx="16527780" cy="2151623"/>
          </a:xfrm>
        </p:spPr>
        <p:txBody>
          <a:bodyPr anchor="b">
            <a:normAutofit/>
          </a:bodyPr>
          <a:lstStyle/>
          <a:p>
            <a:r>
              <a:rPr lang="en-US" sz="7500"/>
              <a:t>Latent Space Plot (2D) colored by surface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8739" y="2522316"/>
            <a:ext cx="16459200" cy="27432"/>
          </a:xfrm>
          <a:custGeom>
            <a:avLst/>
            <a:gdLst>
              <a:gd name="csX0" fmla="*/ 0 w 16459200"/>
              <a:gd name="csY0" fmla="*/ 0 h 27432"/>
              <a:gd name="csX1" fmla="*/ 192024 w 16459200"/>
              <a:gd name="csY1" fmla="*/ 0 h 27432"/>
              <a:gd name="csX2" fmla="*/ 1042416 w 16459200"/>
              <a:gd name="csY2" fmla="*/ 0 h 27432"/>
              <a:gd name="csX3" fmla="*/ 1728216 w 16459200"/>
              <a:gd name="csY3" fmla="*/ 0 h 27432"/>
              <a:gd name="csX4" fmla="*/ 1920240 w 16459200"/>
              <a:gd name="csY4" fmla="*/ 0 h 27432"/>
              <a:gd name="csX5" fmla="*/ 2441448 w 16459200"/>
              <a:gd name="csY5" fmla="*/ 0 h 27432"/>
              <a:gd name="csX6" fmla="*/ 2798064 w 16459200"/>
              <a:gd name="csY6" fmla="*/ 0 h 27432"/>
              <a:gd name="csX7" fmla="*/ 3648456 w 16459200"/>
              <a:gd name="csY7" fmla="*/ 0 h 27432"/>
              <a:gd name="csX8" fmla="*/ 4005072 w 16459200"/>
              <a:gd name="csY8" fmla="*/ 0 h 27432"/>
              <a:gd name="csX9" fmla="*/ 5020056 w 16459200"/>
              <a:gd name="csY9" fmla="*/ 0 h 27432"/>
              <a:gd name="csX10" fmla="*/ 5212080 w 16459200"/>
              <a:gd name="csY10" fmla="*/ 0 h 27432"/>
              <a:gd name="csX11" fmla="*/ 5568696 w 16459200"/>
              <a:gd name="csY11" fmla="*/ 0 h 27432"/>
              <a:gd name="csX12" fmla="*/ 6089904 w 16459200"/>
              <a:gd name="csY12" fmla="*/ 0 h 27432"/>
              <a:gd name="csX13" fmla="*/ 6611112 w 16459200"/>
              <a:gd name="csY13" fmla="*/ 0 h 27432"/>
              <a:gd name="csX14" fmla="*/ 7461504 w 16459200"/>
              <a:gd name="csY14" fmla="*/ 0 h 27432"/>
              <a:gd name="csX15" fmla="*/ 8476488 w 16459200"/>
              <a:gd name="csY15" fmla="*/ 0 h 27432"/>
              <a:gd name="csX16" fmla="*/ 9326880 w 16459200"/>
              <a:gd name="csY16" fmla="*/ 0 h 27432"/>
              <a:gd name="csX17" fmla="*/ 9683496 w 16459200"/>
              <a:gd name="csY17" fmla="*/ 0 h 27432"/>
              <a:gd name="csX18" fmla="*/ 9875520 w 16459200"/>
              <a:gd name="csY18" fmla="*/ 0 h 27432"/>
              <a:gd name="csX19" fmla="*/ 10067544 w 16459200"/>
              <a:gd name="csY19" fmla="*/ 0 h 27432"/>
              <a:gd name="csX20" fmla="*/ 10424160 w 16459200"/>
              <a:gd name="csY20" fmla="*/ 0 h 27432"/>
              <a:gd name="csX21" fmla="*/ 10945368 w 16459200"/>
              <a:gd name="csY21" fmla="*/ 0 h 27432"/>
              <a:gd name="csX22" fmla="*/ 11795760 w 16459200"/>
              <a:gd name="csY22" fmla="*/ 0 h 27432"/>
              <a:gd name="csX23" fmla="*/ 12152376 w 16459200"/>
              <a:gd name="csY23" fmla="*/ 0 h 27432"/>
              <a:gd name="csX24" fmla="*/ 12838176 w 16459200"/>
              <a:gd name="csY24" fmla="*/ 0 h 27432"/>
              <a:gd name="csX25" fmla="*/ 13853160 w 16459200"/>
              <a:gd name="csY25" fmla="*/ 0 h 27432"/>
              <a:gd name="csX26" fmla="*/ 14209776 w 16459200"/>
              <a:gd name="csY26" fmla="*/ 0 h 27432"/>
              <a:gd name="csX27" fmla="*/ 14895576 w 16459200"/>
              <a:gd name="csY27" fmla="*/ 0 h 27432"/>
              <a:gd name="csX28" fmla="*/ 15581376 w 16459200"/>
              <a:gd name="csY28" fmla="*/ 0 h 27432"/>
              <a:gd name="csX29" fmla="*/ 15773400 w 16459200"/>
              <a:gd name="csY29" fmla="*/ 0 h 27432"/>
              <a:gd name="csX30" fmla="*/ 16459200 w 16459200"/>
              <a:gd name="csY30" fmla="*/ 0 h 27432"/>
              <a:gd name="csX31" fmla="*/ 16459200 w 16459200"/>
              <a:gd name="csY31" fmla="*/ 27432 h 27432"/>
              <a:gd name="csX32" fmla="*/ 15444216 w 16459200"/>
              <a:gd name="csY32" fmla="*/ 27432 h 27432"/>
              <a:gd name="csX33" fmla="*/ 15087600 w 16459200"/>
              <a:gd name="csY33" fmla="*/ 27432 h 27432"/>
              <a:gd name="csX34" fmla="*/ 14401800 w 16459200"/>
              <a:gd name="csY34" fmla="*/ 27432 h 27432"/>
              <a:gd name="csX35" fmla="*/ 13551408 w 16459200"/>
              <a:gd name="csY35" fmla="*/ 27432 h 27432"/>
              <a:gd name="csX36" fmla="*/ 13030200 w 16459200"/>
              <a:gd name="csY36" fmla="*/ 27432 h 27432"/>
              <a:gd name="csX37" fmla="*/ 12179808 w 16459200"/>
              <a:gd name="csY37" fmla="*/ 27432 h 27432"/>
              <a:gd name="csX38" fmla="*/ 11329416 w 16459200"/>
              <a:gd name="csY38" fmla="*/ 27432 h 27432"/>
              <a:gd name="csX39" fmla="*/ 10479024 w 16459200"/>
              <a:gd name="csY39" fmla="*/ 27432 h 27432"/>
              <a:gd name="csX40" fmla="*/ 9793224 w 16459200"/>
              <a:gd name="csY40" fmla="*/ 27432 h 27432"/>
              <a:gd name="csX41" fmla="*/ 9436608 w 16459200"/>
              <a:gd name="csY41" fmla="*/ 27432 h 27432"/>
              <a:gd name="csX42" fmla="*/ 9079992 w 16459200"/>
              <a:gd name="csY42" fmla="*/ 27432 h 27432"/>
              <a:gd name="csX43" fmla="*/ 8229600 w 16459200"/>
              <a:gd name="csY43" fmla="*/ 27432 h 27432"/>
              <a:gd name="csX44" fmla="*/ 7543800 w 16459200"/>
              <a:gd name="csY44" fmla="*/ 27432 h 27432"/>
              <a:gd name="csX45" fmla="*/ 7187184 w 16459200"/>
              <a:gd name="csY45" fmla="*/ 27432 h 27432"/>
              <a:gd name="csX46" fmla="*/ 6830568 w 16459200"/>
              <a:gd name="csY46" fmla="*/ 27432 h 27432"/>
              <a:gd name="csX47" fmla="*/ 6473952 w 16459200"/>
              <a:gd name="csY47" fmla="*/ 27432 h 27432"/>
              <a:gd name="csX48" fmla="*/ 5788152 w 16459200"/>
              <a:gd name="csY48" fmla="*/ 27432 h 27432"/>
              <a:gd name="csX49" fmla="*/ 5431536 w 16459200"/>
              <a:gd name="csY49" fmla="*/ 27432 h 27432"/>
              <a:gd name="csX50" fmla="*/ 4910328 w 16459200"/>
              <a:gd name="csY50" fmla="*/ 27432 h 27432"/>
              <a:gd name="csX51" fmla="*/ 4389120 w 16459200"/>
              <a:gd name="csY51" fmla="*/ 27432 h 27432"/>
              <a:gd name="csX52" fmla="*/ 3374136 w 16459200"/>
              <a:gd name="csY52" fmla="*/ 27432 h 27432"/>
              <a:gd name="csX53" fmla="*/ 2852928 w 16459200"/>
              <a:gd name="csY53" fmla="*/ 27432 h 27432"/>
              <a:gd name="csX54" fmla="*/ 2331720 w 16459200"/>
              <a:gd name="csY54" fmla="*/ 27432 h 27432"/>
              <a:gd name="csX55" fmla="*/ 1316736 w 16459200"/>
              <a:gd name="csY55" fmla="*/ 27432 h 27432"/>
              <a:gd name="csX56" fmla="*/ 1124712 w 16459200"/>
              <a:gd name="csY56" fmla="*/ 27432 h 27432"/>
              <a:gd name="csX57" fmla="*/ 0 w 16459200"/>
              <a:gd name="csY57" fmla="*/ 27432 h 27432"/>
              <a:gd name="csX58" fmla="*/ 0 w 16459200"/>
              <a:gd name="csY58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</a:cxnLst>
            <a:rect l="l" t="t" r="r" b="b"/>
            <a:pathLst>
              <a:path w="16459200" h="27432" fill="none" extrusionOk="0">
                <a:moveTo>
                  <a:pt x="0" y="0"/>
                </a:moveTo>
                <a:cubicBezTo>
                  <a:pt x="47956" y="-7424"/>
                  <a:pt x="130909" y="-3461"/>
                  <a:pt x="192024" y="0"/>
                </a:cubicBezTo>
                <a:cubicBezTo>
                  <a:pt x="253139" y="3461"/>
                  <a:pt x="713864" y="27473"/>
                  <a:pt x="1042416" y="0"/>
                </a:cubicBezTo>
                <a:cubicBezTo>
                  <a:pt x="1370968" y="-27473"/>
                  <a:pt x="1433592" y="6590"/>
                  <a:pt x="1728216" y="0"/>
                </a:cubicBezTo>
                <a:cubicBezTo>
                  <a:pt x="2022840" y="-6590"/>
                  <a:pt x="1862554" y="2847"/>
                  <a:pt x="1920240" y="0"/>
                </a:cubicBezTo>
                <a:cubicBezTo>
                  <a:pt x="1977926" y="-2847"/>
                  <a:pt x="2325911" y="-6884"/>
                  <a:pt x="2441448" y="0"/>
                </a:cubicBezTo>
                <a:cubicBezTo>
                  <a:pt x="2556985" y="6884"/>
                  <a:pt x="2631822" y="6977"/>
                  <a:pt x="2798064" y="0"/>
                </a:cubicBezTo>
                <a:cubicBezTo>
                  <a:pt x="2964306" y="-6977"/>
                  <a:pt x="3274078" y="-12213"/>
                  <a:pt x="3648456" y="0"/>
                </a:cubicBezTo>
                <a:cubicBezTo>
                  <a:pt x="4022834" y="12213"/>
                  <a:pt x="3857573" y="-925"/>
                  <a:pt x="4005072" y="0"/>
                </a:cubicBezTo>
                <a:cubicBezTo>
                  <a:pt x="4152571" y="925"/>
                  <a:pt x="4671117" y="36098"/>
                  <a:pt x="5020056" y="0"/>
                </a:cubicBezTo>
                <a:cubicBezTo>
                  <a:pt x="5368995" y="-36098"/>
                  <a:pt x="5129234" y="2763"/>
                  <a:pt x="5212080" y="0"/>
                </a:cubicBezTo>
                <a:cubicBezTo>
                  <a:pt x="5294926" y="-2763"/>
                  <a:pt x="5456351" y="-1340"/>
                  <a:pt x="5568696" y="0"/>
                </a:cubicBezTo>
                <a:cubicBezTo>
                  <a:pt x="5681041" y="1340"/>
                  <a:pt x="5957028" y="11791"/>
                  <a:pt x="6089904" y="0"/>
                </a:cubicBezTo>
                <a:cubicBezTo>
                  <a:pt x="6222780" y="-11791"/>
                  <a:pt x="6485557" y="8010"/>
                  <a:pt x="6611112" y="0"/>
                </a:cubicBezTo>
                <a:cubicBezTo>
                  <a:pt x="6736667" y="-8010"/>
                  <a:pt x="7207166" y="34517"/>
                  <a:pt x="7461504" y="0"/>
                </a:cubicBezTo>
                <a:cubicBezTo>
                  <a:pt x="7715842" y="-34517"/>
                  <a:pt x="7997652" y="4727"/>
                  <a:pt x="8476488" y="0"/>
                </a:cubicBezTo>
                <a:cubicBezTo>
                  <a:pt x="8955324" y="-4727"/>
                  <a:pt x="9009263" y="-31226"/>
                  <a:pt x="9326880" y="0"/>
                </a:cubicBezTo>
                <a:cubicBezTo>
                  <a:pt x="9644497" y="31226"/>
                  <a:pt x="9567141" y="-14781"/>
                  <a:pt x="9683496" y="0"/>
                </a:cubicBezTo>
                <a:cubicBezTo>
                  <a:pt x="9799851" y="14781"/>
                  <a:pt x="9804032" y="8468"/>
                  <a:pt x="9875520" y="0"/>
                </a:cubicBezTo>
                <a:cubicBezTo>
                  <a:pt x="9947008" y="-8468"/>
                  <a:pt x="9977677" y="-8510"/>
                  <a:pt x="10067544" y="0"/>
                </a:cubicBezTo>
                <a:cubicBezTo>
                  <a:pt x="10157411" y="8510"/>
                  <a:pt x="10259211" y="-4808"/>
                  <a:pt x="10424160" y="0"/>
                </a:cubicBezTo>
                <a:cubicBezTo>
                  <a:pt x="10589109" y="4808"/>
                  <a:pt x="10698874" y="12995"/>
                  <a:pt x="10945368" y="0"/>
                </a:cubicBezTo>
                <a:cubicBezTo>
                  <a:pt x="11191862" y="-12995"/>
                  <a:pt x="11497620" y="30979"/>
                  <a:pt x="11795760" y="0"/>
                </a:cubicBezTo>
                <a:cubicBezTo>
                  <a:pt x="12093900" y="-30979"/>
                  <a:pt x="12033359" y="17306"/>
                  <a:pt x="12152376" y="0"/>
                </a:cubicBezTo>
                <a:cubicBezTo>
                  <a:pt x="12271393" y="-17306"/>
                  <a:pt x="12698740" y="-6151"/>
                  <a:pt x="12838176" y="0"/>
                </a:cubicBezTo>
                <a:cubicBezTo>
                  <a:pt x="12977612" y="6151"/>
                  <a:pt x="13351157" y="-21667"/>
                  <a:pt x="13853160" y="0"/>
                </a:cubicBezTo>
                <a:cubicBezTo>
                  <a:pt x="14355163" y="21667"/>
                  <a:pt x="14035345" y="-172"/>
                  <a:pt x="14209776" y="0"/>
                </a:cubicBezTo>
                <a:cubicBezTo>
                  <a:pt x="14384207" y="172"/>
                  <a:pt x="14629222" y="-31393"/>
                  <a:pt x="14895576" y="0"/>
                </a:cubicBezTo>
                <a:cubicBezTo>
                  <a:pt x="15161930" y="31393"/>
                  <a:pt x="15418721" y="3319"/>
                  <a:pt x="15581376" y="0"/>
                </a:cubicBezTo>
                <a:cubicBezTo>
                  <a:pt x="15744031" y="-3319"/>
                  <a:pt x="15695632" y="-9543"/>
                  <a:pt x="15773400" y="0"/>
                </a:cubicBezTo>
                <a:cubicBezTo>
                  <a:pt x="15851168" y="9543"/>
                  <a:pt x="16150974" y="-26032"/>
                  <a:pt x="16459200" y="0"/>
                </a:cubicBezTo>
                <a:cubicBezTo>
                  <a:pt x="16459222" y="9322"/>
                  <a:pt x="16459920" y="14106"/>
                  <a:pt x="16459200" y="27432"/>
                </a:cubicBezTo>
                <a:cubicBezTo>
                  <a:pt x="16249330" y="65783"/>
                  <a:pt x="15931504" y="34569"/>
                  <a:pt x="15444216" y="27432"/>
                </a:cubicBezTo>
                <a:cubicBezTo>
                  <a:pt x="14956928" y="20295"/>
                  <a:pt x="15245263" y="43793"/>
                  <a:pt x="15087600" y="27432"/>
                </a:cubicBezTo>
                <a:cubicBezTo>
                  <a:pt x="14929937" y="11071"/>
                  <a:pt x="14595147" y="61679"/>
                  <a:pt x="14401800" y="27432"/>
                </a:cubicBezTo>
                <a:cubicBezTo>
                  <a:pt x="14208453" y="-6815"/>
                  <a:pt x="13937267" y="-2756"/>
                  <a:pt x="13551408" y="27432"/>
                </a:cubicBezTo>
                <a:cubicBezTo>
                  <a:pt x="13165549" y="57620"/>
                  <a:pt x="13244142" y="31152"/>
                  <a:pt x="13030200" y="27432"/>
                </a:cubicBezTo>
                <a:cubicBezTo>
                  <a:pt x="12816258" y="23712"/>
                  <a:pt x="12596900" y="37491"/>
                  <a:pt x="12179808" y="27432"/>
                </a:cubicBezTo>
                <a:cubicBezTo>
                  <a:pt x="11762716" y="17373"/>
                  <a:pt x="11577023" y="27593"/>
                  <a:pt x="11329416" y="27432"/>
                </a:cubicBezTo>
                <a:cubicBezTo>
                  <a:pt x="11081809" y="27271"/>
                  <a:pt x="10723385" y="19623"/>
                  <a:pt x="10479024" y="27432"/>
                </a:cubicBezTo>
                <a:cubicBezTo>
                  <a:pt x="10234663" y="35241"/>
                  <a:pt x="9989517" y="31460"/>
                  <a:pt x="9793224" y="27432"/>
                </a:cubicBezTo>
                <a:cubicBezTo>
                  <a:pt x="9596931" y="23404"/>
                  <a:pt x="9533524" y="22036"/>
                  <a:pt x="9436608" y="27432"/>
                </a:cubicBezTo>
                <a:cubicBezTo>
                  <a:pt x="9339692" y="32828"/>
                  <a:pt x="9173466" y="18472"/>
                  <a:pt x="9079992" y="27432"/>
                </a:cubicBezTo>
                <a:cubicBezTo>
                  <a:pt x="8986518" y="36392"/>
                  <a:pt x="8593794" y="42926"/>
                  <a:pt x="8229600" y="27432"/>
                </a:cubicBezTo>
                <a:cubicBezTo>
                  <a:pt x="7865406" y="11938"/>
                  <a:pt x="7848302" y="3496"/>
                  <a:pt x="7543800" y="27432"/>
                </a:cubicBezTo>
                <a:cubicBezTo>
                  <a:pt x="7239298" y="51368"/>
                  <a:pt x="7267744" y="29308"/>
                  <a:pt x="7187184" y="27432"/>
                </a:cubicBezTo>
                <a:cubicBezTo>
                  <a:pt x="7106624" y="25556"/>
                  <a:pt x="6904393" y="10681"/>
                  <a:pt x="6830568" y="27432"/>
                </a:cubicBezTo>
                <a:cubicBezTo>
                  <a:pt x="6756743" y="44183"/>
                  <a:pt x="6651191" y="39884"/>
                  <a:pt x="6473952" y="27432"/>
                </a:cubicBezTo>
                <a:cubicBezTo>
                  <a:pt x="6296713" y="14980"/>
                  <a:pt x="6119980" y="24308"/>
                  <a:pt x="5788152" y="27432"/>
                </a:cubicBezTo>
                <a:cubicBezTo>
                  <a:pt x="5456324" y="30556"/>
                  <a:pt x="5529306" y="26210"/>
                  <a:pt x="5431536" y="27432"/>
                </a:cubicBezTo>
                <a:cubicBezTo>
                  <a:pt x="5333766" y="28654"/>
                  <a:pt x="5016672" y="6571"/>
                  <a:pt x="4910328" y="27432"/>
                </a:cubicBezTo>
                <a:cubicBezTo>
                  <a:pt x="4803984" y="48293"/>
                  <a:pt x="4553431" y="43362"/>
                  <a:pt x="4389120" y="27432"/>
                </a:cubicBezTo>
                <a:cubicBezTo>
                  <a:pt x="4224809" y="11502"/>
                  <a:pt x="3616062" y="38135"/>
                  <a:pt x="3374136" y="27432"/>
                </a:cubicBezTo>
                <a:cubicBezTo>
                  <a:pt x="3132210" y="16729"/>
                  <a:pt x="3042843" y="45542"/>
                  <a:pt x="2852928" y="27432"/>
                </a:cubicBezTo>
                <a:cubicBezTo>
                  <a:pt x="2663013" y="9322"/>
                  <a:pt x="2455267" y="47011"/>
                  <a:pt x="2331720" y="27432"/>
                </a:cubicBezTo>
                <a:cubicBezTo>
                  <a:pt x="2208173" y="7853"/>
                  <a:pt x="1589346" y="70708"/>
                  <a:pt x="1316736" y="27432"/>
                </a:cubicBezTo>
                <a:cubicBezTo>
                  <a:pt x="1044126" y="-15844"/>
                  <a:pt x="1186720" y="35239"/>
                  <a:pt x="1124712" y="27432"/>
                </a:cubicBezTo>
                <a:cubicBezTo>
                  <a:pt x="1062704" y="19625"/>
                  <a:pt x="503031" y="33212"/>
                  <a:pt x="0" y="27432"/>
                </a:cubicBezTo>
                <a:cubicBezTo>
                  <a:pt x="-1295" y="16310"/>
                  <a:pt x="-432" y="13385"/>
                  <a:pt x="0" y="0"/>
                </a:cubicBezTo>
                <a:close/>
              </a:path>
              <a:path w="16459200" h="27432" stroke="0" extrusionOk="0">
                <a:moveTo>
                  <a:pt x="0" y="0"/>
                </a:moveTo>
                <a:cubicBezTo>
                  <a:pt x="169209" y="4271"/>
                  <a:pt x="248605" y="9913"/>
                  <a:pt x="356616" y="0"/>
                </a:cubicBezTo>
                <a:cubicBezTo>
                  <a:pt x="464627" y="-9913"/>
                  <a:pt x="484749" y="7422"/>
                  <a:pt x="548640" y="0"/>
                </a:cubicBezTo>
                <a:cubicBezTo>
                  <a:pt x="612531" y="-7422"/>
                  <a:pt x="809859" y="-22"/>
                  <a:pt x="905256" y="0"/>
                </a:cubicBezTo>
                <a:cubicBezTo>
                  <a:pt x="1000653" y="22"/>
                  <a:pt x="1309175" y="26161"/>
                  <a:pt x="1591056" y="0"/>
                </a:cubicBezTo>
                <a:cubicBezTo>
                  <a:pt x="1872937" y="-26161"/>
                  <a:pt x="2030413" y="-34546"/>
                  <a:pt x="2441448" y="0"/>
                </a:cubicBezTo>
                <a:cubicBezTo>
                  <a:pt x="2852483" y="34546"/>
                  <a:pt x="3014836" y="32798"/>
                  <a:pt x="3456432" y="0"/>
                </a:cubicBezTo>
                <a:cubicBezTo>
                  <a:pt x="3898028" y="-32798"/>
                  <a:pt x="4190634" y="34192"/>
                  <a:pt x="4471416" y="0"/>
                </a:cubicBezTo>
                <a:cubicBezTo>
                  <a:pt x="4752198" y="-34192"/>
                  <a:pt x="4816290" y="10056"/>
                  <a:pt x="4992624" y="0"/>
                </a:cubicBezTo>
                <a:cubicBezTo>
                  <a:pt x="5168958" y="-10056"/>
                  <a:pt x="5425571" y="37166"/>
                  <a:pt x="5843016" y="0"/>
                </a:cubicBezTo>
                <a:cubicBezTo>
                  <a:pt x="6260461" y="-37166"/>
                  <a:pt x="6243365" y="-11909"/>
                  <a:pt x="6528816" y="0"/>
                </a:cubicBezTo>
                <a:cubicBezTo>
                  <a:pt x="6814267" y="11909"/>
                  <a:pt x="6865850" y="-3059"/>
                  <a:pt x="7050024" y="0"/>
                </a:cubicBezTo>
                <a:cubicBezTo>
                  <a:pt x="7234198" y="3059"/>
                  <a:pt x="7529059" y="-29032"/>
                  <a:pt x="7900416" y="0"/>
                </a:cubicBezTo>
                <a:cubicBezTo>
                  <a:pt x="8271773" y="29032"/>
                  <a:pt x="8040284" y="2293"/>
                  <a:pt x="8092440" y="0"/>
                </a:cubicBezTo>
                <a:cubicBezTo>
                  <a:pt x="8144596" y="-2293"/>
                  <a:pt x="8377772" y="18969"/>
                  <a:pt x="8613648" y="0"/>
                </a:cubicBezTo>
                <a:cubicBezTo>
                  <a:pt x="8849524" y="-18969"/>
                  <a:pt x="9039253" y="20479"/>
                  <a:pt x="9299448" y="0"/>
                </a:cubicBezTo>
                <a:cubicBezTo>
                  <a:pt x="9559643" y="-20479"/>
                  <a:pt x="9864452" y="14915"/>
                  <a:pt x="10149840" y="0"/>
                </a:cubicBezTo>
                <a:cubicBezTo>
                  <a:pt x="10435228" y="-14915"/>
                  <a:pt x="10504375" y="14787"/>
                  <a:pt x="10835640" y="0"/>
                </a:cubicBezTo>
                <a:cubicBezTo>
                  <a:pt x="11166905" y="-14787"/>
                  <a:pt x="11598715" y="31089"/>
                  <a:pt x="11850624" y="0"/>
                </a:cubicBezTo>
                <a:cubicBezTo>
                  <a:pt x="12102533" y="-31089"/>
                  <a:pt x="11992592" y="4447"/>
                  <a:pt x="12042648" y="0"/>
                </a:cubicBezTo>
                <a:cubicBezTo>
                  <a:pt x="12092704" y="-4447"/>
                  <a:pt x="12426578" y="2532"/>
                  <a:pt x="12728448" y="0"/>
                </a:cubicBezTo>
                <a:cubicBezTo>
                  <a:pt x="13030318" y="-2532"/>
                  <a:pt x="12877528" y="-7149"/>
                  <a:pt x="12920472" y="0"/>
                </a:cubicBezTo>
                <a:cubicBezTo>
                  <a:pt x="12963416" y="7149"/>
                  <a:pt x="13485109" y="-36483"/>
                  <a:pt x="13935456" y="0"/>
                </a:cubicBezTo>
                <a:cubicBezTo>
                  <a:pt x="14385803" y="36483"/>
                  <a:pt x="14219125" y="12279"/>
                  <a:pt x="14292072" y="0"/>
                </a:cubicBezTo>
                <a:cubicBezTo>
                  <a:pt x="14365019" y="-12279"/>
                  <a:pt x="14443877" y="8821"/>
                  <a:pt x="14484096" y="0"/>
                </a:cubicBezTo>
                <a:cubicBezTo>
                  <a:pt x="14524315" y="-8821"/>
                  <a:pt x="14905426" y="-30068"/>
                  <a:pt x="15169896" y="0"/>
                </a:cubicBezTo>
                <a:cubicBezTo>
                  <a:pt x="15434366" y="30068"/>
                  <a:pt x="15424434" y="12479"/>
                  <a:pt x="15526512" y="0"/>
                </a:cubicBezTo>
                <a:cubicBezTo>
                  <a:pt x="15628590" y="-12479"/>
                  <a:pt x="16062010" y="-12069"/>
                  <a:pt x="16459200" y="0"/>
                </a:cubicBezTo>
                <a:cubicBezTo>
                  <a:pt x="16459049" y="7706"/>
                  <a:pt x="16460087" y="13931"/>
                  <a:pt x="16459200" y="27432"/>
                </a:cubicBezTo>
                <a:cubicBezTo>
                  <a:pt x="16315339" y="20935"/>
                  <a:pt x="16231909" y="42819"/>
                  <a:pt x="16102584" y="27432"/>
                </a:cubicBezTo>
                <a:cubicBezTo>
                  <a:pt x="15973259" y="12045"/>
                  <a:pt x="15580560" y="51242"/>
                  <a:pt x="15416784" y="27432"/>
                </a:cubicBezTo>
                <a:cubicBezTo>
                  <a:pt x="15253008" y="3622"/>
                  <a:pt x="15181626" y="26334"/>
                  <a:pt x="15060168" y="27432"/>
                </a:cubicBezTo>
                <a:cubicBezTo>
                  <a:pt x="14938710" y="28530"/>
                  <a:pt x="14400846" y="21299"/>
                  <a:pt x="14209776" y="27432"/>
                </a:cubicBezTo>
                <a:cubicBezTo>
                  <a:pt x="14018706" y="33565"/>
                  <a:pt x="13805385" y="48505"/>
                  <a:pt x="13688568" y="27432"/>
                </a:cubicBezTo>
                <a:cubicBezTo>
                  <a:pt x="13571751" y="6359"/>
                  <a:pt x="13472548" y="26552"/>
                  <a:pt x="13331952" y="27432"/>
                </a:cubicBezTo>
                <a:cubicBezTo>
                  <a:pt x="13191356" y="28312"/>
                  <a:pt x="13234055" y="20883"/>
                  <a:pt x="13139928" y="27432"/>
                </a:cubicBezTo>
                <a:cubicBezTo>
                  <a:pt x="13045801" y="33981"/>
                  <a:pt x="12707747" y="18669"/>
                  <a:pt x="12454128" y="27432"/>
                </a:cubicBezTo>
                <a:cubicBezTo>
                  <a:pt x="12200509" y="36195"/>
                  <a:pt x="11974339" y="1821"/>
                  <a:pt x="11603736" y="27432"/>
                </a:cubicBezTo>
                <a:cubicBezTo>
                  <a:pt x="11233133" y="53043"/>
                  <a:pt x="11202281" y="15642"/>
                  <a:pt x="10917936" y="27432"/>
                </a:cubicBezTo>
                <a:cubicBezTo>
                  <a:pt x="10633591" y="39222"/>
                  <a:pt x="10351188" y="-7651"/>
                  <a:pt x="9902952" y="27432"/>
                </a:cubicBezTo>
                <a:cubicBezTo>
                  <a:pt x="9454716" y="62515"/>
                  <a:pt x="9540812" y="35851"/>
                  <a:pt x="9381744" y="27432"/>
                </a:cubicBezTo>
                <a:cubicBezTo>
                  <a:pt x="9222676" y="19013"/>
                  <a:pt x="9279274" y="24639"/>
                  <a:pt x="9189720" y="27432"/>
                </a:cubicBezTo>
                <a:cubicBezTo>
                  <a:pt x="9100166" y="30225"/>
                  <a:pt x="9040114" y="24993"/>
                  <a:pt x="8997696" y="27432"/>
                </a:cubicBezTo>
                <a:cubicBezTo>
                  <a:pt x="8955278" y="29871"/>
                  <a:pt x="8568270" y="-9750"/>
                  <a:pt x="8147304" y="27432"/>
                </a:cubicBezTo>
                <a:cubicBezTo>
                  <a:pt x="7726338" y="64614"/>
                  <a:pt x="7756575" y="58097"/>
                  <a:pt x="7461504" y="27432"/>
                </a:cubicBezTo>
                <a:cubicBezTo>
                  <a:pt x="7166433" y="-3233"/>
                  <a:pt x="6691777" y="23003"/>
                  <a:pt x="6446520" y="27432"/>
                </a:cubicBezTo>
                <a:cubicBezTo>
                  <a:pt x="6201263" y="31861"/>
                  <a:pt x="6055564" y="5822"/>
                  <a:pt x="5760720" y="27432"/>
                </a:cubicBezTo>
                <a:cubicBezTo>
                  <a:pt x="5465876" y="49042"/>
                  <a:pt x="5182562" y="-15037"/>
                  <a:pt x="4910328" y="27432"/>
                </a:cubicBezTo>
                <a:cubicBezTo>
                  <a:pt x="4638094" y="69901"/>
                  <a:pt x="4524349" y="1902"/>
                  <a:pt x="4224528" y="27432"/>
                </a:cubicBezTo>
                <a:cubicBezTo>
                  <a:pt x="3924707" y="52962"/>
                  <a:pt x="3780041" y="5974"/>
                  <a:pt x="3538728" y="27432"/>
                </a:cubicBezTo>
                <a:cubicBezTo>
                  <a:pt x="3297415" y="48890"/>
                  <a:pt x="3195183" y="15951"/>
                  <a:pt x="3017520" y="27432"/>
                </a:cubicBezTo>
                <a:cubicBezTo>
                  <a:pt x="2839857" y="38913"/>
                  <a:pt x="2369331" y="20768"/>
                  <a:pt x="2167128" y="27432"/>
                </a:cubicBezTo>
                <a:cubicBezTo>
                  <a:pt x="1964925" y="34096"/>
                  <a:pt x="1784521" y="20363"/>
                  <a:pt x="1481328" y="27432"/>
                </a:cubicBezTo>
                <a:cubicBezTo>
                  <a:pt x="1178135" y="34501"/>
                  <a:pt x="971590" y="55923"/>
                  <a:pt x="630936" y="27432"/>
                </a:cubicBezTo>
                <a:cubicBezTo>
                  <a:pt x="290282" y="-1059"/>
                  <a:pt x="133182" y="8818"/>
                  <a:pt x="0" y="27432"/>
                </a:cubicBezTo>
                <a:cubicBezTo>
                  <a:pt x="-1246" y="21545"/>
                  <a:pt x="-1312" y="1278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C82BF-97CD-68D7-23C0-92AD9AC86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739" y="3106974"/>
            <a:ext cx="10070328" cy="6178758"/>
          </a:xfrm>
        </p:spPr>
        <p:txBody>
          <a:bodyPr anchor="t">
            <a:normAutofit/>
          </a:bodyPr>
          <a:lstStyle/>
          <a:p>
            <a:r>
              <a:rPr lang="en-US" sz="3300"/>
              <a:t>“What can we see?”</a:t>
            </a:r>
          </a:p>
          <a:p>
            <a:r>
              <a:rPr lang="en-US" sz="3300"/>
              <a:t>2D latent space learned by encoder</a:t>
            </a:r>
          </a:p>
          <a:p>
            <a:r>
              <a:rPr lang="en-US" sz="3300"/>
              <a:t>Some separation, but substantial overlap</a:t>
            </a:r>
          </a:p>
          <a:p>
            <a:r>
              <a:rPr lang="en-US" sz="3300"/>
              <a:t>Shared patterns across surfaces, some more concentrated</a:t>
            </a:r>
          </a:p>
          <a:p>
            <a:r>
              <a:rPr lang="en-US" sz="3300"/>
              <a:t>Overlap informative with statistically similar matches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00FD5-D50D-AFB6-0B02-F02159911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4" r="10319"/>
          <a:stretch>
            <a:fillRect/>
          </a:stretch>
        </p:blipFill>
        <p:spPr>
          <a:xfrm>
            <a:off x="11376837" y="3075292"/>
            <a:ext cx="6322565" cy="657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974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FDBDC871-3DFA-0E18-A407-34E49CDABB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43" r="13912" b="-1"/>
          <a:stretch>
            <a:fillRect/>
          </a:stretch>
        </p:blipFill>
        <p:spPr>
          <a:xfrm>
            <a:off x="-1" y="-3"/>
            <a:ext cx="8115296" cy="10287003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295" y="-1"/>
            <a:ext cx="10172703" cy="3428999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21CD34-C627-9D1B-01E7-4B7EE12E1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975" y="608527"/>
            <a:ext cx="8197452" cy="2338952"/>
          </a:xfrm>
        </p:spPr>
        <p:txBody>
          <a:bodyPr>
            <a:normAutofit/>
          </a:bodyPr>
          <a:lstStyle/>
          <a:p>
            <a:r>
              <a:rPr lang="en-US" sz="600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B33AF-1E07-7D01-01EC-FC9A98DE0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2975" y="4114800"/>
            <a:ext cx="7871010" cy="5245317"/>
          </a:xfrm>
        </p:spPr>
        <p:txBody>
          <a:bodyPr anchor="ctr">
            <a:normAutofit/>
          </a:bodyPr>
          <a:lstStyle/>
          <a:p>
            <a:r>
              <a:rPr lang="en-US" sz="3000" dirty="0"/>
              <a:t>Trained a dense autoencoder on ATP 2023 match data using MSE reconstruction. Model learned a 2D latent representation showing partial structure by surface, and reconstruction error provides a natural anomaly score to identify unusual match profiles.</a:t>
            </a:r>
          </a:p>
          <a:p>
            <a:r>
              <a:rPr lang="en-US" sz="3000" dirty="0"/>
              <a:t>Next Steps?</a:t>
            </a:r>
          </a:p>
        </p:txBody>
      </p:sp>
    </p:spTree>
    <p:extLst>
      <p:ext uri="{BB962C8B-B14F-4D97-AF65-F5344CB8AC3E}">
        <p14:creationId xmlns:p14="http://schemas.microsoft.com/office/powerpoint/2010/main" val="1311493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8283428" cy="10286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 descr="Question marks in a line and one question mark is lit">
            <a:extLst>
              <a:ext uri="{FF2B5EF4-FFF2-40B4-BE49-F238E27FC236}">
                <a16:creationId xmlns:a16="http://schemas.microsoft.com/office/drawing/2014/main" id="{2FE8F1F2-4221-2D9D-23C4-7FF5677AEC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056" b="13674"/>
          <a:stretch>
            <a:fillRect/>
          </a:stretch>
        </p:blipFill>
        <p:spPr>
          <a:xfrm>
            <a:off x="-1" y="10"/>
            <a:ext cx="18288001" cy="10286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DB5179-31D3-70B8-0419-0A9811125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1371603"/>
            <a:ext cx="15773400" cy="44788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7800" dirty="0">
                <a:solidFill>
                  <a:srgbClr val="FFFFFF"/>
                </a:solidFill>
              </a:rPr>
              <a:t>Questions?</a:t>
            </a:r>
            <a:br>
              <a:rPr lang="en-US" sz="7800" dirty="0">
                <a:solidFill>
                  <a:srgbClr val="FFFFFF"/>
                </a:solidFill>
              </a:rPr>
            </a:br>
            <a:br>
              <a:rPr lang="en-US" sz="7800" dirty="0">
                <a:solidFill>
                  <a:srgbClr val="FFFFFF"/>
                </a:solidFill>
              </a:rPr>
            </a:br>
            <a:r>
              <a:rPr lang="en-US" sz="7800" dirty="0">
                <a:solidFill>
                  <a:srgbClr val="FFFFFF"/>
                </a:solidFill>
                <a:hlinkClick r:id="rId3"/>
              </a:rPr>
              <a:t>Link to Code</a:t>
            </a:r>
            <a:endParaRPr lang="en-US" sz="7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42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</TotalTime>
  <Words>578</Words>
  <Application>Microsoft Office PowerPoint</Application>
  <PresentationFormat>Custom</PresentationFormat>
  <Paragraphs>75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ATP Tennis Dataset Analysis</vt:lpstr>
      <vt:lpstr>Introduction</vt:lpstr>
      <vt:lpstr>About Dataset</vt:lpstr>
      <vt:lpstr>EDA and Preprocessing</vt:lpstr>
      <vt:lpstr>Autoencoder architecture and Training Curve</vt:lpstr>
      <vt:lpstr>Reconstruction and Latent Embedding Plot</vt:lpstr>
      <vt:lpstr>Latent Space Plot (2D) colored by surface</vt:lpstr>
      <vt:lpstr>Conclusion</vt:lpstr>
      <vt:lpstr>Questions?  Link to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Nguyen</dc:creator>
  <cp:lastModifiedBy>Ryan Nguyen</cp:lastModifiedBy>
  <cp:revision>1</cp:revision>
  <dcterms:created xsi:type="dcterms:W3CDTF">2026-02-20T05:26:29Z</dcterms:created>
  <dcterms:modified xsi:type="dcterms:W3CDTF">2026-02-21T05:51:30Z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269e119-794b-405f-85a9-9f52f2c08bb3_Enabled">
    <vt:lpwstr>true</vt:lpwstr>
  </property>
  <property fmtid="{D5CDD505-2E9C-101B-9397-08002B2CF9AE}" pid="3" name="MSIP_Label_e269e119-794b-405f-85a9-9f52f2c08bb3_SetDate">
    <vt:lpwstr>2026-02-21T01:06:21Z</vt:lpwstr>
  </property>
  <property fmtid="{D5CDD505-2E9C-101B-9397-08002B2CF9AE}" pid="4" name="MSIP_Label_e269e119-794b-405f-85a9-9f52f2c08bb3_Method">
    <vt:lpwstr>Standard</vt:lpwstr>
  </property>
  <property fmtid="{D5CDD505-2E9C-101B-9397-08002B2CF9AE}" pid="5" name="MSIP_Label_e269e119-794b-405f-85a9-9f52f2c08bb3_Name">
    <vt:lpwstr>defa4170-0d19-0005-0004-bc88714345d2</vt:lpwstr>
  </property>
  <property fmtid="{D5CDD505-2E9C-101B-9397-08002B2CF9AE}" pid="6" name="MSIP_Label_e269e119-794b-405f-85a9-9f52f2c08bb3_SiteId">
    <vt:lpwstr>a8302d78-7217-4d72-b4b9-2e31abbfc7a9</vt:lpwstr>
  </property>
  <property fmtid="{D5CDD505-2E9C-101B-9397-08002B2CF9AE}" pid="7" name="MSIP_Label_e269e119-794b-405f-85a9-9f52f2c08bb3_ActionId">
    <vt:lpwstr>dae87edb-3167-4e79-b061-1da36a399e87</vt:lpwstr>
  </property>
  <property fmtid="{D5CDD505-2E9C-101B-9397-08002B2CF9AE}" pid="8" name="MSIP_Label_e269e119-794b-405f-85a9-9f52f2c08bb3_ContentBits">
    <vt:lpwstr>0</vt:lpwstr>
  </property>
  <property fmtid="{D5CDD505-2E9C-101B-9397-08002B2CF9AE}" pid="9" name="MSIP_Label_e269e119-794b-405f-85a9-9f52f2c08bb3_Tag">
    <vt:lpwstr>10, 3, 0, 1</vt:lpwstr>
  </property>
</Properties>
</file>